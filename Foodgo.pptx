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DAF01-FA00-FB33-3924-C5C520F3E27A}" v="165" dt="2026-05-03T15:56:51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47">
            <a:extLst>
              <a:ext uri="{FF2B5EF4-FFF2-40B4-BE49-F238E27FC236}">
                <a16:creationId xmlns:a16="http://schemas.microsoft.com/office/drawing/2014/main" id="{0C0CCF94-9536-4A63-8FF2-E37827C92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49">
            <a:extLst>
              <a:ext uri="{FF2B5EF4-FFF2-40B4-BE49-F238E27FC236}">
                <a16:creationId xmlns:a16="http://schemas.microsoft.com/office/drawing/2014/main" id="{C970655A-F4C2-4D7E-BAB6-D3BFC5CA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8174"/>
            <a:ext cx="12192000" cy="4939827"/>
          </a:xfrm>
          <a:custGeom>
            <a:avLst/>
            <a:gdLst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499101 w 12192000"/>
              <a:gd name="connsiteY144" fmla="*/ 232983 h 4939827"/>
              <a:gd name="connsiteX145" fmla="*/ 4558432 w 12192000"/>
              <a:gd name="connsiteY145" fmla="*/ 269194 h 4939827"/>
              <a:gd name="connsiteX146" fmla="*/ 4635061 w 12192000"/>
              <a:gd name="connsiteY146" fmla="*/ 280682 h 4939827"/>
              <a:gd name="connsiteX147" fmla="*/ 4680829 w 12192000"/>
              <a:gd name="connsiteY147" fmla="*/ 287953 h 4939827"/>
              <a:gd name="connsiteX148" fmla="*/ 4807427 w 12192000"/>
              <a:gd name="connsiteY148" fmla="*/ 276835 h 4939827"/>
              <a:gd name="connsiteX149" fmla="*/ 5028933 w 12192000"/>
              <a:gd name="connsiteY149" fmla="*/ 183887 h 4939827"/>
              <a:gd name="connsiteX150" fmla="*/ 5093642 w 12192000"/>
              <a:gd name="connsiteY150" fmla="*/ 177214 h 4939827"/>
              <a:gd name="connsiteX151" fmla="*/ 5102642 w 12192000"/>
              <a:gd name="connsiteY151" fmla="*/ 186816 h 4939827"/>
              <a:gd name="connsiteX152" fmla="*/ 5193590 w 12192000"/>
              <a:gd name="connsiteY152" fmla="*/ 136361 h 4939827"/>
              <a:gd name="connsiteX153" fmla="*/ 5323922 w 12192000"/>
              <a:gd name="connsiteY153" fmla="*/ 146332 h 4939827"/>
              <a:gd name="connsiteX154" fmla="*/ 5421860 w 12192000"/>
              <a:gd name="connsiteY154" fmla="*/ 167298 h 4939827"/>
              <a:gd name="connsiteX155" fmla="*/ 5476948 w 12192000"/>
              <a:gd name="connsiteY155" fmla="*/ 173249 h 4939827"/>
              <a:gd name="connsiteX156" fmla="*/ 5516842 w 12192000"/>
              <a:gd name="connsiteY156" fmla="*/ 184018 h 4939827"/>
              <a:gd name="connsiteX157" fmla="*/ 5619415 w 12192000"/>
              <a:gd name="connsiteY157" fmla="*/ 176781 h 4939827"/>
              <a:gd name="connsiteX158" fmla="*/ 5789867 w 12192000"/>
              <a:gd name="connsiteY158" fmla="*/ 150304 h 4939827"/>
              <a:gd name="connsiteX159" fmla="*/ 5825953 w 12192000"/>
              <a:gd name="connsiteY159" fmla="*/ 147907 h 4939827"/>
              <a:gd name="connsiteX160" fmla="*/ 5856168 w 12192000"/>
              <a:gd name="connsiteY160" fmla="*/ 158719 h 4939827"/>
              <a:gd name="connsiteX161" fmla="*/ 5862476 w 12192000"/>
              <a:gd name="connsiteY161" fmla="*/ 172447 h 4939827"/>
              <a:gd name="connsiteX162" fmla="*/ 5882195 w 12192000"/>
              <a:gd name="connsiteY162" fmla="*/ 173195 h 4939827"/>
              <a:gd name="connsiteX163" fmla="*/ 5887271 w 12192000"/>
              <a:gd name="connsiteY163" fmla="*/ 176084 h 4939827"/>
              <a:gd name="connsiteX164" fmla="*/ 5916552 w 12192000"/>
              <a:gd name="connsiteY164" fmla="*/ 189955 h 4939827"/>
              <a:gd name="connsiteX165" fmla="*/ 5983240 w 12192000"/>
              <a:gd name="connsiteY165" fmla="*/ 152755 h 4939827"/>
              <a:gd name="connsiteX166" fmla="*/ 6061852 w 12192000"/>
              <a:gd name="connsiteY166" fmla="*/ 161953 h 4939827"/>
              <a:gd name="connsiteX167" fmla="*/ 6408386 w 12192000"/>
              <a:gd name="connsiteY167" fmla="*/ 157590 h 4939827"/>
              <a:gd name="connsiteX168" fmla="*/ 6531386 w 12192000"/>
              <a:gd name="connsiteY168" fmla="*/ 156103 h 4939827"/>
              <a:gd name="connsiteX169" fmla="*/ 6721509 w 12192000"/>
              <a:gd name="connsiteY169" fmla="*/ 54829 h 4939827"/>
              <a:gd name="connsiteX170" fmla="*/ 6947884 w 12192000"/>
              <a:gd name="connsiteY170" fmla="*/ 47587 h 4939827"/>
              <a:gd name="connsiteX171" fmla="*/ 6965101 w 12192000"/>
              <a:gd name="connsiteY171" fmla="*/ 25718 h 4939827"/>
              <a:gd name="connsiteX172" fmla="*/ 6986370 w 12192000"/>
              <a:gd name="connsiteY172" fmla="*/ 12659 h 4939827"/>
              <a:gd name="connsiteX173" fmla="*/ 6989536 w 12192000"/>
              <a:gd name="connsiteY173" fmla="*/ 14528 h 4939827"/>
              <a:gd name="connsiteX174" fmla="*/ 7015933 w 12192000"/>
              <a:gd name="connsiteY174" fmla="*/ 9653 h 4939827"/>
              <a:gd name="connsiteX175" fmla="*/ 7020592 w 12192000"/>
              <a:gd name="connsiteY175" fmla="*/ 1651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558432 w 12192000"/>
              <a:gd name="connsiteY144" fmla="*/ 269194 h 4939827"/>
              <a:gd name="connsiteX145" fmla="*/ 4635061 w 12192000"/>
              <a:gd name="connsiteY145" fmla="*/ 280682 h 4939827"/>
              <a:gd name="connsiteX146" fmla="*/ 4680829 w 12192000"/>
              <a:gd name="connsiteY146" fmla="*/ 287953 h 4939827"/>
              <a:gd name="connsiteX147" fmla="*/ 4807427 w 12192000"/>
              <a:gd name="connsiteY147" fmla="*/ 276835 h 4939827"/>
              <a:gd name="connsiteX148" fmla="*/ 5028933 w 12192000"/>
              <a:gd name="connsiteY148" fmla="*/ 183887 h 4939827"/>
              <a:gd name="connsiteX149" fmla="*/ 5093642 w 12192000"/>
              <a:gd name="connsiteY149" fmla="*/ 177214 h 4939827"/>
              <a:gd name="connsiteX150" fmla="*/ 5102642 w 12192000"/>
              <a:gd name="connsiteY150" fmla="*/ 186816 h 4939827"/>
              <a:gd name="connsiteX151" fmla="*/ 5193590 w 12192000"/>
              <a:gd name="connsiteY151" fmla="*/ 136361 h 4939827"/>
              <a:gd name="connsiteX152" fmla="*/ 5323922 w 12192000"/>
              <a:gd name="connsiteY152" fmla="*/ 146332 h 4939827"/>
              <a:gd name="connsiteX153" fmla="*/ 5421860 w 12192000"/>
              <a:gd name="connsiteY153" fmla="*/ 167298 h 4939827"/>
              <a:gd name="connsiteX154" fmla="*/ 5476948 w 12192000"/>
              <a:gd name="connsiteY154" fmla="*/ 173249 h 4939827"/>
              <a:gd name="connsiteX155" fmla="*/ 5516842 w 12192000"/>
              <a:gd name="connsiteY155" fmla="*/ 184018 h 4939827"/>
              <a:gd name="connsiteX156" fmla="*/ 5619415 w 12192000"/>
              <a:gd name="connsiteY156" fmla="*/ 176781 h 4939827"/>
              <a:gd name="connsiteX157" fmla="*/ 5789867 w 12192000"/>
              <a:gd name="connsiteY157" fmla="*/ 150304 h 4939827"/>
              <a:gd name="connsiteX158" fmla="*/ 5825953 w 12192000"/>
              <a:gd name="connsiteY158" fmla="*/ 147907 h 4939827"/>
              <a:gd name="connsiteX159" fmla="*/ 5856168 w 12192000"/>
              <a:gd name="connsiteY159" fmla="*/ 158719 h 4939827"/>
              <a:gd name="connsiteX160" fmla="*/ 5862476 w 12192000"/>
              <a:gd name="connsiteY160" fmla="*/ 172447 h 4939827"/>
              <a:gd name="connsiteX161" fmla="*/ 5882195 w 12192000"/>
              <a:gd name="connsiteY161" fmla="*/ 173195 h 4939827"/>
              <a:gd name="connsiteX162" fmla="*/ 5887271 w 12192000"/>
              <a:gd name="connsiteY162" fmla="*/ 176084 h 4939827"/>
              <a:gd name="connsiteX163" fmla="*/ 5916552 w 12192000"/>
              <a:gd name="connsiteY163" fmla="*/ 189955 h 4939827"/>
              <a:gd name="connsiteX164" fmla="*/ 5983240 w 12192000"/>
              <a:gd name="connsiteY164" fmla="*/ 152755 h 4939827"/>
              <a:gd name="connsiteX165" fmla="*/ 6061852 w 12192000"/>
              <a:gd name="connsiteY165" fmla="*/ 161953 h 4939827"/>
              <a:gd name="connsiteX166" fmla="*/ 6408386 w 12192000"/>
              <a:gd name="connsiteY166" fmla="*/ 157590 h 4939827"/>
              <a:gd name="connsiteX167" fmla="*/ 6531386 w 12192000"/>
              <a:gd name="connsiteY167" fmla="*/ 156103 h 4939827"/>
              <a:gd name="connsiteX168" fmla="*/ 6721509 w 12192000"/>
              <a:gd name="connsiteY168" fmla="*/ 54829 h 4939827"/>
              <a:gd name="connsiteX169" fmla="*/ 6947884 w 12192000"/>
              <a:gd name="connsiteY169" fmla="*/ 47587 h 4939827"/>
              <a:gd name="connsiteX170" fmla="*/ 6965101 w 12192000"/>
              <a:gd name="connsiteY170" fmla="*/ 25718 h 4939827"/>
              <a:gd name="connsiteX171" fmla="*/ 6986370 w 12192000"/>
              <a:gd name="connsiteY171" fmla="*/ 12659 h 4939827"/>
              <a:gd name="connsiteX172" fmla="*/ 6989536 w 12192000"/>
              <a:gd name="connsiteY172" fmla="*/ 14528 h 4939827"/>
              <a:gd name="connsiteX173" fmla="*/ 7015933 w 12192000"/>
              <a:gd name="connsiteY173" fmla="*/ 9653 h 4939827"/>
              <a:gd name="connsiteX174" fmla="*/ 7020592 w 12192000"/>
              <a:gd name="connsiteY174" fmla="*/ 1651 h 4939827"/>
              <a:gd name="connsiteX175" fmla="*/ 7025905 w 12192000"/>
              <a:gd name="connsiteY17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680829 w 12192000"/>
              <a:gd name="connsiteY145" fmla="*/ 287953 h 4939827"/>
              <a:gd name="connsiteX146" fmla="*/ 4807427 w 12192000"/>
              <a:gd name="connsiteY146" fmla="*/ 276835 h 4939827"/>
              <a:gd name="connsiteX147" fmla="*/ 5028933 w 12192000"/>
              <a:gd name="connsiteY147" fmla="*/ 183887 h 4939827"/>
              <a:gd name="connsiteX148" fmla="*/ 5093642 w 12192000"/>
              <a:gd name="connsiteY148" fmla="*/ 177214 h 4939827"/>
              <a:gd name="connsiteX149" fmla="*/ 5102642 w 12192000"/>
              <a:gd name="connsiteY149" fmla="*/ 186816 h 4939827"/>
              <a:gd name="connsiteX150" fmla="*/ 5193590 w 12192000"/>
              <a:gd name="connsiteY150" fmla="*/ 136361 h 4939827"/>
              <a:gd name="connsiteX151" fmla="*/ 5323922 w 12192000"/>
              <a:gd name="connsiteY151" fmla="*/ 146332 h 4939827"/>
              <a:gd name="connsiteX152" fmla="*/ 5421860 w 12192000"/>
              <a:gd name="connsiteY152" fmla="*/ 167298 h 4939827"/>
              <a:gd name="connsiteX153" fmla="*/ 5476948 w 12192000"/>
              <a:gd name="connsiteY153" fmla="*/ 173249 h 4939827"/>
              <a:gd name="connsiteX154" fmla="*/ 5516842 w 12192000"/>
              <a:gd name="connsiteY154" fmla="*/ 184018 h 4939827"/>
              <a:gd name="connsiteX155" fmla="*/ 5619415 w 12192000"/>
              <a:gd name="connsiteY155" fmla="*/ 176781 h 4939827"/>
              <a:gd name="connsiteX156" fmla="*/ 5789867 w 12192000"/>
              <a:gd name="connsiteY156" fmla="*/ 150304 h 4939827"/>
              <a:gd name="connsiteX157" fmla="*/ 5825953 w 12192000"/>
              <a:gd name="connsiteY157" fmla="*/ 147907 h 4939827"/>
              <a:gd name="connsiteX158" fmla="*/ 5856168 w 12192000"/>
              <a:gd name="connsiteY158" fmla="*/ 158719 h 4939827"/>
              <a:gd name="connsiteX159" fmla="*/ 5862476 w 12192000"/>
              <a:gd name="connsiteY159" fmla="*/ 172447 h 4939827"/>
              <a:gd name="connsiteX160" fmla="*/ 5882195 w 12192000"/>
              <a:gd name="connsiteY160" fmla="*/ 173195 h 4939827"/>
              <a:gd name="connsiteX161" fmla="*/ 5887271 w 12192000"/>
              <a:gd name="connsiteY161" fmla="*/ 176084 h 4939827"/>
              <a:gd name="connsiteX162" fmla="*/ 5916552 w 12192000"/>
              <a:gd name="connsiteY162" fmla="*/ 189955 h 4939827"/>
              <a:gd name="connsiteX163" fmla="*/ 5983240 w 12192000"/>
              <a:gd name="connsiteY163" fmla="*/ 152755 h 4939827"/>
              <a:gd name="connsiteX164" fmla="*/ 6061852 w 12192000"/>
              <a:gd name="connsiteY164" fmla="*/ 161953 h 4939827"/>
              <a:gd name="connsiteX165" fmla="*/ 6408386 w 12192000"/>
              <a:gd name="connsiteY165" fmla="*/ 157590 h 4939827"/>
              <a:gd name="connsiteX166" fmla="*/ 6531386 w 12192000"/>
              <a:gd name="connsiteY166" fmla="*/ 156103 h 4939827"/>
              <a:gd name="connsiteX167" fmla="*/ 6721509 w 12192000"/>
              <a:gd name="connsiteY167" fmla="*/ 54829 h 4939827"/>
              <a:gd name="connsiteX168" fmla="*/ 6947884 w 12192000"/>
              <a:gd name="connsiteY168" fmla="*/ 47587 h 4939827"/>
              <a:gd name="connsiteX169" fmla="*/ 6965101 w 12192000"/>
              <a:gd name="connsiteY169" fmla="*/ 25718 h 4939827"/>
              <a:gd name="connsiteX170" fmla="*/ 6986370 w 12192000"/>
              <a:gd name="connsiteY170" fmla="*/ 12659 h 4939827"/>
              <a:gd name="connsiteX171" fmla="*/ 6989536 w 12192000"/>
              <a:gd name="connsiteY171" fmla="*/ 14528 h 4939827"/>
              <a:gd name="connsiteX172" fmla="*/ 7015933 w 12192000"/>
              <a:gd name="connsiteY172" fmla="*/ 9653 h 4939827"/>
              <a:gd name="connsiteX173" fmla="*/ 7020592 w 12192000"/>
              <a:gd name="connsiteY173" fmla="*/ 1651 h 4939827"/>
              <a:gd name="connsiteX174" fmla="*/ 7025905 w 12192000"/>
              <a:gd name="connsiteY17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08386 w 12192000"/>
              <a:gd name="connsiteY164" fmla="*/ 157590 h 4939827"/>
              <a:gd name="connsiteX165" fmla="*/ 6531386 w 12192000"/>
              <a:gd name="connsiteY165" fmla="*/ 156103 h 4939827"/>
              <a:gd name="connsiteX166" fmla="*/ 6721509 w 12192000"/>
              <a:gd name="connsiteY166" fmla="*/ 54829 h 4939827"/>
              <a:gd name="connsiteX167" fmla="*/ 6947884 w 12192000"/>
              <a:gd name="connsiteY167" fmla="*/ 47587 h 4939827"/>
              <a:gd name="connsiteX168" fmla="*/ 6965101 w 12192000"/>
              <a:gd name="connsiteY168" fmla="*/ 25718 h 4939827"/>
              <a:gd name="connsiteX169" fmla="*/ 6986370 w 12192000"/>
              <a:gd name="connsiteY169" fmla="*/ 12659 h 4939827"/>
              <a:gd name="connsiteX170" fmla="*/ 6989536 w 12192000"/>
              <a:gd name="connsiteY170" fmla="*/ 14528 h 4939827"/>
              <a:gd name="connsiteX171" fmla="*/ 7015933 w 12192000"/>
              <a:gd name="connsiteY171" fmla="*/ 9653 h 4939827"/>
              <a:gd name="connsiteX172" fmla="*/ 7020592 w 12192000"/>
              <a:gd name="connsiteY172" fmla="*/ 1651 h 4939827"/>
              <a:gd name="connsiteX173" fmla="*/ 7025905 w 12192000"/>
              <a:gd name="connsiteY17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21509 w 12192000"/>
              <a:gd name="connsiteY165" fmla="*/ 54829 h 4939827"/>
              <a:gd name="connsiteX166" fmla="*/ 6947884 w 12192000"/>
              <a:gd name="connsiteY166" fmla="*/ 47587 h 4939827"/>
              <a:gd name="connsiteX167" fmla="*/ 6965101 w 12192000"/>
              <a:gd name="connsiteY167" fmla="*/ 25718 h 4939827"/>
              <a:gd name="connsiteX168" fmla="*/ 6986370 w 12192000"/>
              <a:gd name="connsiteY168" fmla="*/ 12659 h 4939827"/>
              <a:gd name="connsiteX169" fmla="*/ 6989536 w 12192000"/>
              <a:gd name="connsiteY169" fmla="*/ 14528 h 4939827"/>
              <a:gd name="connsiteX170" fmla="*/ 7015933 w 12192000"/>
              <a:gd name="connsiteY170" fmla="*/ 9653 h 4939827"/>
              <a:gd name="connsiteX171" fmla="*/ 7020592 w 12192000"/>
              <a:gd name="connsiteY171" fmla="*/ 1651 h 4939827"/>
              <a:gd name="connsiteX172" fmla="*/ 7025905 w 12192000"/>
              <a:gd name="connsiteY17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947884 w 12192000"/>
              <a:gd name="connsiteY165" fmla="*/ 47587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152287 w 12192000"/>
              <a:gd name="connsiteY163" fmla="*/ 116736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56458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922756 w 12192000"/>
              <a:gd name="connsiteY135" fmla="*/ 194044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98001 w 12192000"/>
              <a:gd name="connsiteY124" fmla="*/ 231941 h 4939827"/>
              <a:gd name="connsiteX125" fmla="*/ 3561557 w 12192000"/>
              <a:gd name="connsiteY125" fmla="*/ 228095 h 4939827"/>
              <a:gd name="connsiteX126" fmla="*/ 3611920 w 12192000"/>
              <a:gd name="connsiteY126" fmla="*/ 218094 h 4939827"/>
              <a:gd name="connsiteX127" fmla="*/ 3620528 w 12192000"/>
              <a:gd name="connsiteY127" fmla="*/ 218788 h 4939827"/>
              <a:gd name="connsiteX128" fmla="*/ 3620766 w 12192000"/>
              <a:gd name="connsiteY128" fmla="*/ 218511 h 4939827"/>
              <a:gd name="connsiteX129" fmla="*/ 3629977 w 12192000"/>
              <a:gd name="connsiteY129" fmla="*/ 218664 h 4939827"/>
              <a:gd name="connsiteX130" fmla="*/ 3636217 w 12192000"/>
              <a:gd name="connsiteY130" fmla="*/ 220048 h 4939827"/>
              <a:gd name="connsiteX131" fmla="*/ 3709484 w 12192000"/>
              <a:gd name="connsiteY131" fmla="*/ 186927 h 4939827"/>
              <a:gd name="connsiteX132" fmla="*/ 3761342 w 12192000"/>
              <a:gd name="connsiteY132" fmla="*/ 177474 h 4939827"/>
              <a:gd name="connsiteX133" fmla="*/ 3799748 w 12192000"/>
              <a:gd name="connsiteY133" fmla="*/ 167154 h 4939827"/>
              <a:gd name="connsiteX134" fmla="*/ 3922756 w 12192000"/>
              <a:gd name="connsiteY134" fmla="*/ 194044 h 4939827"/>
              <a:gd name="connsiteX135" fmla="*/ 4028476 w 12192000"/>
              <a:gd name="connsiteY135" fmla="*/ 223679 h 4939827"/>
              <a:gd name="connsiteX136" fmla="*/ 4191582 w 12192000"/>
              <a:gd name="connsiteY136" fmla="*/ 238952 h 4939827"/>
              <a:gd name="connsiteX137" fmla="*/ 4251024 w 12192000"/>
              <a:gd name="connsiteY137" fmla="*/ 240874 h 4939827"/>
              <a:gd name="connsiteX138" fmla="*/ 4355275 w 12192000"/>
              <a:gd name="connsiteY138" fmla="*/ 260205 h 4939827"/>
              <a:gd name="connsiteX139" fmla="*/ 4423807 w 12192000"/>
              <a:gd name="connsiteY139" fmla="*/ 270366 h 4939827"/>
              <a:gd name="connsiteX140" fmla="*/ 4558432 w 12192000"/>
              <a:gd name="connsiteY140" fmla="*/ 269194 h 4939827"/>
              <a:gd name="connsiteX141" fmla="*/ 4635061 w 12192000"/>
              <a:gd name="connsiteY141" fmla="*/ 280682 h 4939827"/>
              <a:gd name="connsiteX142" fmla="*/ 4807427 w 12192000"/>
              <a:gd name="connsiteY142" fmla="*/ 276835 h 4939827"/>
              <a:gd name="connsiteX143" fmla="*/ 5028933 w 12192000"/>
              <a:gd name="connsiteY143" fmla="*/ 183887 h 4939827"/>
              <a:gd name="connsiteX144" fmla="*/ 5093642 w 12192000"/>
              <a:gd name="connsiteY144" fmla="*/ 177214 h 4939827"/>
              <a:gd name="connsiteX145" fmla="*/ 5102642 w 12192000"/>
              <a:gd name="connsiteY145" fmla="*/ 186816 h 4939827"/>
              <a:gd name="connsiteX146" fmla="*/ 5193590 w 12192000"/>
              <a:gd name="connsiteY146" fmla="*/ 156458 h 4939827"/>
              <a:gd name="connsiteX147" fmla="*/ 5323922 w 12192000"/>
              <a:gd name="connsiteY147" fmla="*/ 146332 h 4939827"/>
              <a:gd name="connsiteX148" fmla="*/ 5421860 w 12192000"/>
              <a:gd name="connsiteY148" fmla="*/ 167298 h 4939827"/>
              <a:gd name="connsiteX149" fmla="*/ 5476948 w 12192000"/>
              <a:gd name="connsiteY149" fmla="*/ 173249 h 4939827"/>
              <a:gd name="connsiteX150" fmla="*/ 5516842 w 12192000"/>
              <a:gd name="connsiteY150" fmla="*/ 184018 h 4939827"/>
              <a:gd name="connsiteX151" fmla="*/ 5619415 w 12192000"/>
              <a:gd name="connsiteY151" fmla="*/ 176781 h 4939827"/>
              <a:gd name="connsiteX152" fmla="*/ 5789867 w 12192000"/>
              <a:gd name="connsiteY152" fmla="*/ 150304 h 4939827"/>
              <a:gd name="connsiteX153" fmla="*/ 5825953 w 12192000"/>
              <a:gd name="connsiteY153" fmla="*/ 147907 h 4939827"/>
              <a:gd name="connsiteX154" fmla="*/ 5856168 w 12192000"/>
              <a:gd name="connsiteY154" fmla="*/ 158719 h 4939827"/>
              <a:gd name="connsiteX155" fmla="*/ 5862476 w 12192000"/>
              <a:gd name="connsiteY155" fmla="*/ 172447 h 4939827"/>
              <a:gd name="connsiteX156" fmla="*/ 5882195 w 12192000"/>
              <a:gd name="connsiteY156" fmla="*/ 173195 h 4939827"/>
              <a:gd name="connsiteX157" fmla="*/ 5887271 w 12192000"/>
              <a:gd name="connsiteY157" fmla="*/ 176084 h 4939827"/>
              <a:gd name="connsiteX158" fmla="*/ 5921577 w 12192000"/>
              <a:gd name="connsiteY158" fmla="*/ 169858 h 4939827"/>
              <a:gd name="connsiteX159" fmla="*/ 5983240 w 12192000"/>
              <a:gd name="connsiteY159" fmla="*/ 152755 h 4939827"/>
              <a:gd name="connsiteX160" fmla="*/ 6152287 w 12192000"/>
              <a:gd name="connsiteY160" fmla="*/ 116736 h 4939827"/>
              <a:gd name="connsiteX161" fmla="*/ 6415830 w 12192000"/>
              <a:gd name="connsiteY161" fmla="*/ 136006 h 4939827"/>
              <a:gd name="connsiteX162" fmla="*/ 6756965 w 12192000"/>
              <a:gd name="connsiteY162" fmla="*/ 57636 h 4939827"/>
              <a:gd name="connsiteX163" fmla="*/ 6819400 w 12192000"/>
              <a:gd name="connsiteY163" fmla="*/ 30742 h 4939827"/>
              <a:gd name="connsiteX164" fmla="*/ 6986370 w 12192000"/>
              <a:gd name="connsiteY164" fmla="*/ 12659 h 4939827"/>
              <a:gd name="connsiteX165" fmla="*/ 6989536 w 12192000"/>
              <a:gd name="connsiteY165" fmla="*/ 14528 h 4939827"/>
              <a:gd name="connsiteX166" fmla="*/ 7015933 w 12192000"/>
              <a:gd name="connsiteY166" fmla="*/ 9653 h 4939827"/>
              <a:gd name="connsiteX167" fmla="*/ 7020592 w 12192000"/>
              <a:gd name="connsiteY167" fmla="*/ 1651 h 4939827"/>
              <a:gd name="connsiteX168" fmla="*/ 7025905 w 12192000"/>
              <a:gd name="connsiteY16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30844 w 12192000"/>
              <a:gd name="connsiteY115" fmla="*/ 225861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3030844 w 12192000"/>
              <a:gd name="connsiteY114" fmla="*/ 225861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87089 w 12192000"/>
              <a:gd name="connsiteY55" fmla="*/ 303891 h 4939827"/>
              <a:gd name="connsiteX56" fmla="*/ 9371484 w 12192000"/>
              <a:gd name="connsiteY56" fmla="*/ 329634 h 4939827"/>
              <a:gd name="connsiteX57" fmla="*/ 9404829 w 12192000"/>
              <a:gd name="connsiteY57" fmla="*/ 339038 h 4939827"/>
              <a:gd name="connsiteX58" fmla="*/ 9427021 w 12192000"/>
              <a:gd name="connsiteY58" fmla="*/ 358784 h 4939827"/>
              <a:gd name="connsiteX59" fmla="*/ 9670844 w 12192000"/>
              <a:gd name="connsiteY59" fmla="*/ 405128 h 4939827"/>
              <a:gd name="connsiteX60" fmla="*/ 9816083 w 12192000"/>
              <a:gd name="connsiteY60" fmla="*/ 416573 h 4939827"/>
              <a:gd name="connsiteX61" fmla="*/ 9936741 w 12192000"/>
              <a:gd name="connsiteY61" fmla="*/ 437044 h 4939827"/>
              <a:gd name="connsiteX62" fmla="*/ 10050093 w 12192000"/>
              <a:gd name="connsiteY62" fmla="*/ 443783 h 4939827"/>
              <a:gd name="connsiteX63" fmla="*/ 10130090 w 12192000"/>
              <a:gd name="connsiteY63" fmla="*/ 459520 h 4939827"/>
              <a:gd name="connsiteX64" fmla="*/ 10173456 w 12192000"/>
              <a:gd name="connsiteY64" fmla="*/ 457749 h 4939827"/>
              <a:gd name="connsiteX65" fmla="*/ 10218232 w 12192000"/>
              <a:gd name="connsiteY65" fmla="*/ 459820 h 4939827"/>
              <a:gd name="connsiteX66" fmla="*/ 10354176 w 12192000"/>
              <a:gd name="connsiteY66" fmla="*/ 471377 h 4939827"/>
              <a:gd name="connsiteX67" fmla="*/ 10430681 w 12192000"/>
              <a:gd name="connsiteY67" fmla="*/ 481226 h 4939827"/>
              <a:gd name="connsiteX68" fmla="*/ 10478169 w 12192000"/>
              <a:gd name="connsiteY68" fmla="*/ 481774 h 4939827"/>
              <a:gd name="connsiteX69" fmla="*/ 10540907 w 12192000"/>
              <a:gd name="connsiteY69" fmla="*/ 485607 h 4939827"/>
              <a:gd name="connsiteX70" fmla="*/ 10614941 w 12192000"/>
              <a:gd name="connsiteY70" fmla="*/ 487592 h 4939827"/>
              <a:gd name="connsiteX71" fmla="*/ 10674098 w 12192000"/>
              <a:gd name="connsiteY71" fmla="*/ 521656 h 4939827"/>
              <a:gd name="connsiteX72" fmla="*/ 10874834 w 12192000"/>
              <a:gd name="connsiteY72" fmla="*/ 574867 h 4939827"/>
              <a:gd name="connsiteX73" fmla="*/ 10944981 w 12192000"/>
              <a:gd name="connsiteY73" fmla="*/ 615042 h 4939827"/>
              <a:gd name="connsiteX74" fmla="*/ 11006376 w 12192000"/>
              <a:gd name="connsiteY74" fmla="*/ 645957 h 4939827"/>
              <a:gd name="connsiteX75" fmla="*/ 11076308 w 12192000"/>
              <a:gd name="connsiteY75" fmla="*/ 675698 h 4939827"/>
              <a:gd name="connsiteX76" fmla="*/ 11148789 w 12192000"/>
              <a:gd name="connsiteY76" fmla="*/ 685041 h 4939827"/>
              <a:gd name="connsiteX77" fmla="*/ 11249129 w 12192000"/>
              <a:gd name="connsiteY77" fmla="*/ 684218 h 4939827"/>
              <a:gd name="connsiteX78" fmla="*/ 11299915 w 12192000"/>
              <a:gd name="connsiteY78" fmla="*/ 692177 h 4939827"/>
              <a:gd name="connsiteX79" fmla="*/ 11386973 w 12192000"/>
              <a:gd name="connsiteY79" fmla="*/ 708209 h 4939827"/>
              <a:gd name="connsiteX80" fmla="*/ 11500105 w 12192000"/>
              <a:gd name="connsiteY80" fmla="*/ 735014 h 4939827"/>
              <a:gd name="connsiteX81" fmla="*/ 11621735 w 12192000"/>
              <a:gd name="connsiteY81" fmla="*/ 789584 h 4939827"/>
              <a:gd name="connsiteX82" fmla="*/ 11691200 w 12192000"/>
              <a:gd name="connsiteY82" fmla="*/ 867902 h 4939827"/>
              <a:gd name="connsiteX83" fmla="*/ 11819427 w 12192000"/>
              <a:gd name="connsiteY83" fmla="*/ 911634 h 4939827"/>
              <a:gd name="connsiteX84" fmla="*/ 11969720 w 12192000"/>
              <a:gd name="connsiteY84" fmla="*/ 964737 h 4939827"/>
              <a:gd name="connsiteX85" fmla="*/ 12055766 w 12192000"/>
              <a:gd name="connsiteY85" fmla="*/ 991268 h 4939827"/>
              <a:gd name="connsiteX86" fmla="*/ 12171539 w 12192000"/>
              <a:gd name="connsiteY86" fmla="*/ 995427 h 4939827"/>
              <a:gd name="connsiteX87" fmla="*/ 12187831 w 12192000"/>
              <a:gd name="connsiteY87" fmla="*/ 996580 h 4939827"/>
              <a:gd name="connsiteX88" fmla="*/ 12192000 w 12192000"/>
              <a:gd name="connsiteY88" fmla="*/ 996726 h 4939827"/>
              <a:gd name="connsiteX89" fmla="*/ 12192000 w 12192000"/>
              <a:gd name="connsiteY89" fmla="*/ 4939827 h 4939827"/>
              <a:gd name="connsiteX90" fmla="*/ 0 w 12192000"/>
              <a:gd name="connsiteY90" fmla="*/ 4939827 h 4939827"/>
              <a:gd name="connsiteX91" fmla="*/ 0 w 12192000"/>
              <a:gd name="connsiteY91" fmla="*/ 512043 h 4939827"/>
              <a:gd name="connsiteX92" fmla="*/ 7381 w 12192000"/>
              <a:gd name="connsiteY92" fmla="*/ 512580 h 4939827"/>
              <a:gd name="connsiteX93" fmla="*/ 100029 w 12192000"/>
              <a:gd name="connsiteY93" fmla="*/ 504758 h 4939827"/>
              <a:gd name="connsiteX94" fmla="*/ 155244 w 12192000"/>
              <a:gd name="connsiteY94" fmla="*/ 525130 h 4939827"/>
              <a:gd name="connsiteX95" fmla="*/ 254366 w 12192000"/>
              <a:gd name="connsiteY95" fmla="*/ 534449 h 4939827"/>
              <a:gd name="connsiteX96" fmla="*/ 447292 w 12192000"/>
              <a:gd name="connsiteY96" fmla="*/ 542725 h 4939827"/>
              <a:gd name="connsiteX97" fmla="*/ 628105 w 12192000"/>
              <a:gd name="connsiteY97" fmla="*/ 547853 h 4939827"/>
              <a:gd name="connsiteX98" fmla="*/ 783146 w 12192000"/>
              <a:gd name="connsiteY98" fmla="*/ 591799 h 4939827"/>
              <a:gd name="connsiteX99" fmla="*/ 1043676 w 12192000"/>
              <a:gd name="connsiteY99" fmla="*/ 591887 h 4939827"/>
              <a:gd name="connsiteX100" fmla="*/ 1281816 w 12192000"/>
              <a:gd name="connsiteY100" fmla="*/ 520946 h 4939827"/>
              <a:gd name="connsiteX101" fmla="*/ 1486347 w 12192000"/>
              <a:gd name="connsiteY101" fmla="*/ 487310 h 4939827"/>
              <a:gd name="connsiteX102" fmla="*/ 1568079 w 12192000"/>
              <a:gd name="connsiteY102" fmla="*/ 462531 h 4939827"/>
              <a:gd name="connsiteX103" fmla="*/ 1622516 w 12192000"/>
              <a:gd name="connsiteY103" fmla="*/ 466058 h 4939827"/>
              <a:gd name="connsiteX104" fmla="*/ 1655457 w 12192000"/>
              <a:gd name="connsiteY104" fmla="*/ 465359 h 4939827"/>
              <a:gd name="connsiteX105" fmla="*/ 1717454 w 12192000"/>
              <a:gd name="connsiteY105" fmla="*/ 417203 h 4939827"/>
              <a:gd name="connsiteX106" fmla="*/ 1913794 w 12192000"/>
              <a:gd name="connsiteY106" fmla="*/ 365255 h 4939827"/>
              <a:gd name="connsiteX107" fmla="*/ 2129762 w 12192000"/>
              <a:gd name="connsiteY107" fmla="*/ 367832 h 4939827"/>
              <a:gd name="connsiteX108" fmla="*/ 2376970 w 12192000"/>
              <a:gd name="connsiteY108" fmla="*/ 350129 h 4939827"/>
              <a:gd name="connsiteX109" fmla="*/ 2480155 w 12192000"/>
              <a:gd name="connsiteY109" fmla="*/ 359227 h 4939827"/>
              <a:gd name="connsiteX110" fmla="*/ 2586782 w 12192000"/>
              <a:gd name="connsiteY110" fmla="*/ 339352 h 4939827"/>
              <a:gd name="connsiteX111" fmla="*/ 2679617 w 12192000"/>
              <a:gd name="connsiteY111" fmla="*/ 305383 h 4939827"/>
              <a:gd name="connsiteX112" fmla="*/ 2788947 w 12192000"/>
              <a:gd name="connsiteY112" fmla="*/ 250375 h 4939827"/>
              <a:gd name="connsiteX113" fmla="*/ 2965530 w 12192000"/>
              <a:gd name="connsiteY113" fmla="*/ 245958 h 4939827"/>
              <a:gd name="connsiteX114" fmla="*/ 3103677 w 12192000"/>
              <a:gd name="connsiteY114" fmla="*/ 209527 h 4939827"/>
              <a:gd name="connsiteX115" fmla="*/ 3126759 w 12192000"/>
              <a:gd name="connsiteY115" fmla="*/ 211226 h 4939827"/>
              <a:gd name="connsiteX116" fmla="*/ 3164020 w 12192000"/>
              <a:gd name="connsiteY116" fmla="*/ 212779 h 4939827"/>
              <a:gd name="connsiteX117" fmla="*/ 3285019 w 12192000"/>
              <a:gd name="connsiteY117" fmla="*/ 220535 h 4939827"/>
              <a:gd name="connsiteX118" fmla="*/ 3365154 w 12192000"/>
              <a:gd name="connsiteY118" fmla="*/ 226416 h 4939827"/>
              <a:gd name="connsiteX119" fmla="*/ 3367507 w 12192000"/>
              <a:gd name="connsiteY119" fmla="*/ 225416 h 4939827"/>
              <a:gd name="connsiteX120" fmla="*/ 3387567 w 12192000"/>
              <a:gd name="connsiteY120" fmla="*/ 227103 h 4939827"/>
              <a:gd name="connsiteX121" fmla="*/ 3498001 w 12192000"/>
              <a:gd name="connsiteY121" fmla="*/ 231941 h 4939827"/>
              <a:gd name="connsiteX122" fmla="*/ 3561557 w 12192000"/>
              <a:gd name="connsiteY122" fmla="*/ 228095 h 4939827"/>
              <a:gd name="connsiteX123" fmla="*/ 3611920 w 12192000"/>
              <a:gd name="connsiteY123" fmla="*/ 218094 h 4939827"/>
              <a:gd name="connsiteX124" fmla="*/ 3620528 w 12192000"/>
              <a:gd name="connsiteY124" fmla="*/ 218788 h 4939827"/>
              <a:gd name="connsiteX125" fmla="*/ 3620766 w 12192000"/>
              <a:gd name="connsiteY125" fmla="*/ 218511 h 4939827"/>
              <a:gd name="connsiteX126" fmla="*/ 3629977 w 12192000"/>
              <a:gd name="connsiteY126" fmla="*/ 218664 h 4939827"/>
              <a:gd name="connsiteX127" fmla="*/ 3636217 w 12192000"/>
              <a:gd name="connsiteY127" fmla="*/ 220048 h 4939827"/>
              <a:gd name="connsiteX128" fmla="*/ 3709484 w 12192000"/>
              <a:gd name="connsiteY128" fmla="*/ 186927 h 4939827"/>
              <a:gd name="connsiteX129" fmla="*/ 3761342 w 12192000"/>
              <a:gd name="connsiteY129" fmla="*/ 177474 h 4939827"/>
              <a:gd name="connsiteX130" fmla="*/ 3799748 w 12192000"/>
              <a:gd name="connsiteY130" fmla="*/ 167154 h 4939827"/>
              <a:gd name="connsiteX131" fmla="*/ 3922756 w 12192000"/>
              <a:gd name="connsiteY131" fmla="*/ 194044 h 4939827"/>
              <a:gd name="connsiteX132" fmla="*/ 4028476 w 12192000"/>
              <a:gd name="connsiteY132" fmla="*/ 223679 h 4939827"/>
              <a:gd name="connsiteX133" fmla="*/ 4191582 w 12192000"/>
              <a:gd name="connsiteY133" fmla="*/ 238952 h 4939827"/>
              <a:gd name="connsiteX134" fmla="*/ 4251024 w 12192000"/>
              <a:gd name="connsiteY134" fmla="*/ 240874 h 4939827"/>
              <a:gd name="connsiteX135" fmla="*/ 4355275 w 12192000"/>
              <a:gd name="connsiteY135" fmla="*/ 260205 h 4939827"/>
              <a:gd name="connsiteX136" fmla="*/ 4423807 w 12192000"/>
              <a:gd name="connsiteY136" fmla="*/ 270366 h 4939827"/>
              <a:gd name="connsiteX137" fmla="*/ 4558432 w 12192000"/>
              <a:gd name="connsiteY137" fmla="*/ 269194 h 4939827"/>
              <a:gd name="connsiteX138" fmla="*/ 4635061 w 12192000"/>
              <a:gd name="connsiteY138" fmla="*/ 280682 h 4939827"/>
              <a:gd name="connsiteX139" fmla="*/ 4807427 w 12192000"/>
              <a:gd name="connsiteY139" fmla="*/ 276835 h 4939827"/>
              <a:gd name="connsiteX140" fmla="*/ 5028933 w 12192000"/>
              <a:gd name="connsiteY140" fmla="*/ 183887 h 4939827"/>
              <a:gd name="connsiteX141" fmla="*/ 5093642 w 12192000"/>
              <a:gd name="connsiteY141" fmla="*/ 177214 h 4939827"/>
              <a:gd name="connsiteX142" fmla="*/ 5102642 w 12192000"/>
              <a:gd name="connsiteY142" fmla="*/ 186816 h 4939827"/>
              <a:gd name="connsiteX143" fmla="*/ 5193590 w 12192000"/>
              <a:gd name="connsiteY143" fmla="*/ 156458 h 4939827"/>
              <a:gd name="connsiteX144" fmla="*/ 5323922 w 12192000"/>
              <a:gd name="connsiteY144" fmla="*/ 146332 h 4939827"/>
              <a:gd name="connsiteX145" fmla="*/ 5421860 w 12192000"/>
              <a:gd name="connsiteY145" fmla="*/ 167298 h 4939827"/>
              <a:gd name="connsiteX146" fmla="*/ 5476948 w 12192000"/>
              <a:gd name="connsiteY146" fmla="*/ 173249 h 4939827"/>
              <a:gd name="connsiteX147" fmla="*/ 5516842 w 12192000"/>
              <a:gd name="connsiteY147" fmla="*/ 184018 h 4939827"/>
              <a:gd name="connsiteX148" fmla="*/ 5619415 w 12192000"/>
              <a:gd name="connsiteY148" fmla="*/ 176781 h 4939827"/>
              <a:gd name="connsiteX149" fmla="*/ 5789867 w 12192000"/>
              <a:gd name="connsiteY149" fmla="*/ 150304 h 4939827"/>
              <a:gd name="connsiteX150" fmla="*/ 5825953 w 12192000"/>
              <a:gd name="connsiteY150" fmla="*/ 147907 h 4939827"/>
              <a:gd name="connsiteX151" fmla="*/ 5856168 w 12192000"/>
              <a:gd name="connsiteY151" fmla="*/ 158719 h 4939827"/>
              <a:gd name="connsiteX152" fmla="*/ 5862476 w 12192000"/>
              <a:gd name="connsiteY152" fmla="*/ 172447 h 4939827"/>
              <a:gd name="connsiteX153" fmla="*/ 5882195 w 12192000"/>
              <a:gd name="connsiteY153" fmla="*/ 173195 h 4939827"/>
              <a:gd name="connsiteX154" fmla="*/ 5887271 w 12192000"/>
              <a:gd name="connsiteY154" fmla="*/ 176084 h 4939827"/>
              <a:gd name="connsiteX155" fmla="*/ 5921577 w 12192000"/>
              <a:gd name="connsiteY155" fmla="*/ 169858 h 4939827"/>
              <a:gd name="connsiteX156" fmla="*/ 5983240 w 12192000"/>
              <a:gd name="connsiteY156" fmla="*/ 152755 h 4939827"/>
              <a:gd name="connsiteX157" fmla="*/ 6152287 w 12192000"/>
              <a:gd name="connsiteY157" fmla="*/ 116736 h 4939827"/>
              <a:gd name="connsiteX158" fmla="*/ 6415830 w 12192000"/>
              <a:gd name="connsiteY158" fmla="*/ 136006 h 4939827"/>
              <a:gd name="connsiteX159" fmla="*/ 6756965 w 12192000"/>
              <a:gd name="connsiteY159" fmla="*/ 57636 h 4939827"/>
              <a:gd name="connsiteX160" fmla="*/ 6819400 w 12192000"/>
              <a:gd name="connsiteY160" fmla="*/ 30742 h 4939827"/>
              <a:gd name="connsiteX161" fmla="*/ 6986370 w 12192000"/>
              <a:gd name="connsiteY161" fmla="*/ 12659 h 4939827"/>
              <a:gd name="connsiteX162" fmla="*/ 6989536 w 12192000"/>
              <a:gd name="connsiteY162" fmla="*/ 14528 h 4939827"/>
              <a:gd name="connsiteX163" fmla="*/ 7015933 w 12192000"/>
              <a:gd name="connsiteY163" fmla="*/ 9653 h 4939827"/>
              <a:gd name="connsiteX164" fmla="*/ 7020592 w 12192000"/>
              <a:gd name="connsiteY164" fmla="*/ 1651 h 4939827"/>
              <a:gd name="connsiteX165" fmla="*/ 7025905 w 12192000"/>
              <a:gd name="connsiteY16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371484 w 12192000"/>
              <a:gd name="connsiteY55" fmla="*/ 329634 h 4939827"/>
              <a:gd name="connsiteX56" fmla="*/ 9404829 w 12192000"/>
              <a:gd name="connsiteY56" fmla="*/ 339038 h 4939827"/>
              <a:gd name="connsiteX57" fmla="*/ 9427021 w 12192000"/>
              <a:gd name="connsiteY57" fmla="*/ 358784 h 4939827"/>
              <a:gd name="connsiteX58" fmla="*/ 9670844 w 12192000"/>
              <a:gd name="connsiteY58" fmla="*/ 405128 h 4939827"/>
              <a:gd name="connsiteX59" fmla="*/ 9816083 w 12192000"/>
              <a:gd name="connsiteY59" fmla="*/ 416573 h 4939827"/>
              <a:gd name="connsiteX60" fmla="*/ 9936741 w 12192000"/>
              <a:gd name="connsiteY60" fmla="*/ 437044 h 4939827"/>
              <a:gd name="connsiteX61" fmla="*/ 10050093 w 12192000"/>
              <a:gd name="connsiteY61" fmla="*/ 443783 h 4939827"/>
              <a:gd name="connsiteX62" fmla="*/ 10130090 w 12192000"/>
              <a:gd name="connsiteY62" fmla="*/ 459520 h 4939827"/>
              <a:gd name="connsiteX63" fmla="*/ 10173456 w 12192000"/>
              <a:gd name="connsiteY63" fmla="*/ 457749 h 4939827"/>
              <a:gd name="connsiteX64" fmla="*/ 10218232 w 12192000"/>
              <a:gd name="connsiteY64" fmla="*/ 459820 h 4939827"/>
              <a:gd name="connsiteX65" fmla="*/ 10354176 w 12192000"/>
              <a:gd name="connsiteY65" fmla="*/ 471377 h 4939827"/>
              <a:gd name="connsiteX66" fmla="*/ 10430681 w 12192000"/>
              <a:gd name="connsiteY66" fmla="*/ 481226 h 4939827"/>
              <a:gd name="connsiteX67" fmla="*/ 10478169 w 12192000"/>
              <a:gd name="connsiteY67" fmla="*/ 481774 h 4939827"/>
              <a:gd name="connsiteX68" fmla="*/ 10540907 w 12192000"/>
              <a:gd name="connsiteY68" fmla="*/ 485607 h 4939827"/>
              <a:gd name="connsiteX69" fmla="*/ 10614941 w 12192000"/>
              <a:gd name="connsiteY69" fmla="*/ 487592 h 4939827"/>
              <a:gd name="connsiteX70" fmla="*/ 10674098 w 12192000"/>
              <a:gd name="connsiteY70" fmla="*/ 521656 h 4939827"/>
              <a:gd name="connsiteX71" fmla="*/ 10874834 w 12192000"/>
              <a:gd name="connsiteY71" fmla="*/ 574867 h 4939827"/>
              <a:gd name="connsiteX72" fmla="*/ 10944981 w 12192000"/>
              <a:gd name="connsiteY72" fmla="*/ 615042 h 4939827"/>
              <a:gd name="connsiteX73" fmla="*/ 11006376 w 12192000"/>
              <a:gd name="connsiteY73" fmla="*/ 645957 h 4939827"/>
              <a:gd name="connsiteX74" fmla="*/ 11076308 w 12192000"/>
              <a:gd name="connsiteY74" fmla="*/ 675698 h 4939827"/>
              <a:gd name="connsiteX75" fmla="*/ 11148789 w 12192000"/>
              <a:gd name="connsiteY75" fmla="*/ 685041 h 4939827"/>
              <a:gd name="connsiteX76" fmla="*/ 11249129 w 12192000"/>
              <a:gd name="connsiteY76" fmla="*/ 684218 h 4939827"/>
              <a:gd name="connsiteX77" fmla="*/ 11299915 w 12192000"/>
              <a:gd name="connsiteY77" fmla="*/ 692177 h 4939827"/>
              <a:gd name="connsiteX78" fmla="*/ 11386973 w 12192000"/>
              <a:gd name="connsiteY78" fmla="*/ 708209 h 4939827"/>
              <a:gd name="connsiteX79" fmla="*/ 11500105 w 12192000"/>
              <a:gd name="connsiteY79" fmla="*/ 735014 h 4939827"/>
              <a:gd name="connsiteX80" fmla="*/ 11621735 w 12192000"/>
              <a:gd name="connsiteY80" fmla="*/ 789584 h 4939827"/>
              <a:gd name="connsiteX81" fmla="*/ 11691200 w 12192000"/>
              <a:gd name="connsiteY81" fmla="*/ 867902 h 4939827"/>
              <a:gd name="connsiteX82" fmla="*/ 11819427 w 12192000"/>
              <a:gd name="connsiteY82" fmla="*/ 911634 h 4939827"/>
              <a:gd name="connsiteX83" fmla="*/ 11969720 w 12192000"/>
              <a:gd name="connsiteY83" fmla="*/ 964737 h 4939827"/>
              <a:gd name="connsiteX84" fmla="*/ 12055766 w 12192000"/>
              <a:gd name="connsiteY84" fmla="*/ 991268 h 4939827"/>
              <a:gd name="connsiteX85" fmla="*/ 12171539 w 12192000"/>
              <a:gd name="connsiteY85" fmla="*/ 995427 h 4939827"/>
              <a:gd name="connsiteX86" fmla="*/ 12187831 w 12192000"/>
              <a:gd name="connsiteY86" fmla="*/ 996580 h 4939827"/>
              <a:gd name="connsiteX87" fmla="*/ 12192000 w 12192000"/>
              <a:gd name="connsiteY87" fmla="*/ 996726 h 4939827"/>
              <a:gd name="connsiteX88" fmla="*/ 12192000 w 12192000"/>
              <a:gd name="connsiteY88" fmla="*/ 4939827 h 4939827"/>
              <a:gd name="connsiteX89" fmla="*/ 0 w 12192000"/>
              <a:gd name="connsiteY89" fmla="*/ 4939827 h 4939827"/>
              <a:gd name="connsiteX90" fmla="*/ 0 w 12192000"/>
              <a:gd name="connsiteY90" fmla="*/ 512043 h 4939827"/>
              <a:gd name="connsiteX91" fmla="*/ 7381 w 12192000"/>
              <a:gd name="connsiteY91" fmla="*/ 512580 h 4939827"/>
              <a:gd name="connsiteX92" fmla="*/ 100029 w 12192000"/>
              <a:gd name="connsiteY92" fmla="*/ 504758 h 4939827"/>
              <a:gd name="connsiteX93" fmla="*/ 155244 w 12192000"/>
              <a:gd name="connsiteY93" fmla="*/ 525130 h 4939827"/>
              <a:gd name="connsiteX94" fmla="*/ 254366 w 12192000"/>
              <a:gd name="connsiteY94" fmla="*/ 534449 h 4939827"/>
              <a:gd name="connsiteX95" fmla="*/ 447292 w 12192000"/>
              <a:gd name="connsiteY95" fmla="*/ 542725 h 4939827"/>
              <a:gd name="connsiteX96" fmla="*/ 628105 w 12192000"/>
              <a:gd name="connsiteY96" fmla="*/ 547853 h 4939827"/>
              <a:gd name="connsiteX97" fmla="*/ 783146 w 12192000"/>
              <a:gd name="connsiteY97" fmla="*/ 591799 h 4939827"/>
              <a:gd name="connsiteX98" fmla="*/ 1043676 w 12192000"/>
              <a:gd name="connsiteY98" fmla="*/ 591887 h 4939827"/>
              <a:gd name="connsiteX99" fmla="*/ 1281816 w 12192000"/>
              <a:gd name="connsiteY99" fmla="*/ 520946 h 4939827"/>
              <a:gd name="connsiteX100" fmla="*/ 1486347 w 12192000"/>
              <a:gd name="connsiteY100" fmla="*/ 487310 h 4939827"/>
              <a:gd name="connsiteX101" fmla="*/ 1568079 w 12192000"/>
              <a:gd name="connsiteY101" fmla="*/ 462531 h 4939827"/>
              <a:gd name="connsiteX102" fmla="*/ 1622516 w 12192000"/>
              <a:gd name="connsiteY102" fmla="*/ 466058 h 4939827"/>
              <a:gd name="connsiteX103" fmla="*/ 1655457 w 12192000"/>
              <a:gd name="connsiteY103" fmla="*/ 465359 h 4939827"/>
              <a:gd name="connsiteX104" fmla="*/ 1717454 w 12192000"/>
              <a:gd name="connsiteY104" fmla="*/ 417203 h 4939827"/>
              <a:gd name="connsiteX105" fmla="*/ 1913794 w 12192000"/>
              <a:gd name="connsiteY105" fmla="*/ 365255 h 4939827"/>
              <a:gd name="connsiteX106" fmla="*/ 2129762 w 12192000"/>
              <a:gd name="connsiteY106" fmla="*/ 367832 h 4939827"/>
              <a:gd name="connsiteX107" fmla="*/ 2376970 w 12192000"/>
              <a:gd name="connsiteY107" fmla="*/ 350129 h 4939827"/>
              <a:gd name="connsiteX108" fmla="*/ 2480155 w 12192000"/>
              <a:gd name="connsiteY108" fmla="*/ 359227 h 4939827"/>
              <a:gd name="connsiteX109" fmla="*/ 2586782 w 12192000"/>
              <a:gd name="connsiteY109" fmla="*/ 339352 h 4939827"/>
              <a:gd name="connsiteX110" fmla="*/ 2679617 w 12192000"/>
              <a:gd name="connsiteY110" fmla="*/ 305383 h 4939827"/>
              <a:gd name="connsiteX111" fmla="*/ 2788947 w 12192000"/>
              <a:gd name="connsiteY111" fmla="*/ 250375 h 4939827"/>
              <a:gd name="connsiteX112" fmla="*/ 2965530 w 12192000"/>
              <a:gd name="connsiteY112" fmla="*/ 245958 h 4939827"/>
              <a:gd name="connsiteX113" fmla="*/ 3103677 w 12192000"/>
              <a:gd name="connsiteY113" fmla="*/ 209527 h 4939827"/>
              <a:gd name="connsiteX114" fmla="*/ 3126759 w 12192000"/>
              <a:gd name="connsiteY114" fmla="*/ 211226 h 4939827"/>
              <a:gd name="connsiteX115" fmla="*/ 3164020 w 12192000"/>
              <a:gd name="connsiteY115" fmla="*/ 212779 h 4939827"/>
              <a:gd name="connsiteX116" fmla="*/ 3285019 w 12192000"/>
              <a:gd name="connsiteY116" fmla="*/ 220535 h 4939827"/>
              <a:gd name="connsiteX117" fmla="*/ 3365154 w 12192000"/>
              <a:gd name="connsiteY117" fmla="*/ 226416 h 4939827"/>
              <a:gd name="connsiteX118" fmla="*/ 3367507 w 12192000"/>
              <a:gd name="connsiteY118" fmla="*/ 225416 h 4939827"/>
              <a:gd name="connsiteX119" fmla="*/ 3387567 w 12192000"/>
              <a:gd name="connsiteY119" fmla="*/ 227103 h 4939827"/>
              <a:gd name="connsiteX120" fmla="*/ 3498001 w 12192000"/>
              <a:gd name="connsiteY120" fmla="*/ 231941 h 4939827"/>
              <a:gd name="connsiteX121" fmla="*/ 3561557 w 12192000"/>
              <a:gd name="connsiteY121" fmla="*/ 228095 h 4939827"/>
              <a:gd name="connsiteX122" fmla="*/ 3611920 w 12192000"/>
              <a:gd name="connsiteY122" fmla="*/ 218094 h 4939827"/>
              <a:gd name="connsiteX123" fmla="*/ 3620528 w 12192000"/>
              <a:gd name="connsiteY123" fmla="*/ 218788 h 4939827"/>
              <a:gd name="connsiteX124" fmla="*/ 3620766 w 12192000"/>
              <a:gd name="connsiteY124" fmla="*/ 218511 h 4939827"/>
              <a:gd name="connsiteX125" fmla="*/ 3629977 w 12192000"/>
              <a:gd name="connsiteY125" fmla="*/ 218664 h 4939827"/>
              <a:gd name="connsiteX126" fmla="*/ 3636217 w 12192000"/>
              <a:gd name="connsiteY126" fmla="*/ 220048 h 4939827"/>
              <a:gd name="connsiteX127" fmla="*/ 3709484 w 12192000"/>
              <a:gd name="connsiteY127" fmla="*/ 186927 h 4939827"/>
              <a:gd name="connsiteX128" fmla="*/ 3761342 w 12192000"/>
              <a:gd name="connsiteY128" fmla="*/ 177474 h 4939827"/>
              <a:gd name="connsiteX129" fmla="*/ 3799748 w 12192000"/>
              <a:gd name="connsiteY129" fmla="*/ 167154 h 4939827"/>
              <a:gd name="connsiteX130" fmla="*/ 3922756 w 12192000"/>
              <a:gd name="connsiteY130" fmla="*/ 194044 h 4939827"/>
              <a:gd name="connsiteX131" fmla="*/ 4028476 w 12192000"/>
              <a:gd name="connsiteY131" fmla="*/ 223679 h 4939827"/>
              <a:gd name="connsiteX132" fmla="*/ 4191582 w 12192000"/>
              <a:gd name="connsiteY132" fmla="*/ 238952 h 4939827"/>
              <a:gd name="connsiteX133" fmla="*/ 4251024 w 12192000"/>
              <a:gd name="connsiteY133" fmla="*/ 240874 h 4939827"/>
              <a:gd name="connsiteX134" fmla="*/ 4355275 w 12192000"/>
              <a:gd name="connsiteY134" fmla="*/ 260205 h 4939827"/>
              <a:gd name="connsiteX135" fmla="*/ 4423807 w 12192000"/>
              <a:gd name="connsiteY135" fmla="*/ 270366 h 4939827"/>
              <a:gd name="connsiteX136" fmla="*/ 4558432 w 12192000"/>
              <a:gd name="connsiteY136" fmla="*/ 269194 h 4939827"/>
              <a:gd name="connsiteX137" fmla="*/ 4635061 w 12192000"/>
              <a:gd name="connsiteY137" fmla="*/ 280682 h 4939827"/>
              <a:gd name="connsiteX138" fmla="*/ 4807427 w 12192000"/>
              <a:gd name="connsiteY138" fmla="*/ 276835 h 4939827"/>
              <a:gd name="connsiteX139" fmla="*/ 5028933 w 12192000"/>
              <a:gd name="connsiteY139" fmla="*/ 183887 h 4939827"/>
              <a:gd name="connsiteX140" fmla="*/ 5093642 w 12192000"/>
              <a:gd name="connsiteY140" fmla="*/ 177214 h 4939827"/>
              <a:gd name="connsiteX141" fmla="*/ 5102642 w 12192000"/>
              <a:gd name="connsiteY141" fmla="*/ 186816 h 4939827"/>
              <a:gd name="connsiteX142" fmla="*/ 5193590 w 12192000"/>
              <a:gd name="connsiteY142" fmla="*/ 156458 h 4939827"/>
              <a:gd name="connsiteX143" fmla="*/ 5323922 w 12192000"/>
              <a:gd name="connsiteY143" fmla="*/ 146332 h 4939827"/>
              <a:gd name="connsiteX144" fmla="*/ 5421860 w 12192000"/>
              <a:gd name="connsiteY144" fmla="*/ 167298 h 4939827"/>
              <a:gd name="connsiteX145" fmla="*/ 5476948 w 12192000"/>
              <a:gd name="connsiteY145" fmla="*/ 173249 h 4939827"/>
              <a:gd name="connsiteX146" fmla="*/ 5516842 w 12192000"/>
              <a:gd name="connsiteY146" fmla="*/ 184018 h 4939827"/>
              <a:gd name="connsiteX147" fmla="*/ 5619415 w 12192000"/>
              <a:gd name="connsiteY147" fmla="*/ 176781 h 4939827"/>
              <a:gd name="connsiteX148" fmla="*/ 5789867 w 12192000"/>
              <a:gd name="connsiteY148" fmla="*/ 150304 h 4939827"/>
              <a:gd name="connsiteX149" fmla="*/ 5825953 w 12192000"/>
              <a:gd name="connsiteY149" fmla="*/ 147907 h 4939827"/>
              <a:gd name="connsiteX150" fmla="*/ 5856168 w 12192000"/>
              <a:gd name="connsiteY150" fmla="*/ 158719 h 4939827"/>
              <a:gd name="connsiteX151" fmla="*/ 5862476 w 12192000"/>
              <a:gd name="connsiteY151" fmla="*/ 172447 h 4939827"/>
              <a:gd name="connsiteX152" fmla="*/ 5882195 w 12192000"/>
              <a:gd name="connsiteY152" fmla="*/ 173195 h 4939827"/>
              <a:gd name="connsiteX153" fmla="*/ 5887271 w 12192000"/>
              <a:gd name="connsiteY153" fmla="*/ 176084 h 4939827"/>
              <a:gd name="connsiteX154" fmla="*/ 5921577 w 12192000"/>
              <a:gd name="connsiteY154" fmla="*/ 169858 h 4939827"/>
              <a:gd name="connsiteX155" fmla="*/ 5983240 w 12192000"/>
              <a:gd name="connsiteY155" fmla="*/ 152755 h 4939827"/>
              <a:gd name="connsiteX156" fmla="*/ 6152287 w 12192000"/>
              <a:gd name="connsiteY156" fmla="*/ 116736 h 4939827"/>
              <a:gd name="connsiteX157" fmla="*/ 6415830 w 12192000"/>
              <a:gd name="connsiteY157" fmla="*/ 136006 h 4939827"/>
              <a:gd name="connsiteX158" fmla="*/ 6756965 w 12192000"/>
              <a:gd name="connsiteY158" fmla="*/ 57636 h 4939827"/>
              <a:gd name="connsiteX159" fmla="*/ 6819400 w 12192000"/>
              <a:gd name="connsiteY159" fmla="*/ 30742 h 4939827"/>
              <a:gd name="connsiteX160" fmla="*/ 6986370 w 12192000"/>
              <a:gd name="connsiteY160" fmla="*/ 12659 h 4939827"/>
              <a:gd name="connsiteX161" fmla="*/ 6989536 w 12192000"/>
              <a:gd name="connsiteY161" fmla="*/ 14528 h 4939827"/>
              <a:gd name="connsiteX162" fmla="*/ 7015933 w 12192000"/>
              <a:gd name="connsiteY162" fmla="*/ 9653 h 4939827"/>
              <a:gd name="connsiteX163" fmla="*/ 7020592 w 12192000"/>
              <a:gd name="connsiteY163" fmla="*/ 1651 h 4939827"/>
              <a:gd name="connsiteX164" fmla="*/ 7025905 w 12192000"/>
              <a:gd name="connsiteY16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877301 w 12192000"/>
              <a:gd name="connsiteY15" fmla="*/ 186153 h 4939827"/>
              <a:gd name="connsiteX16" fmla="*/ 7952584 w 12192000"/>
              <a:gd name="connsiteY16" fmla="*/ 170181 h 4939827"/>
              <a:gd name="connsiteX17" fmla="*/ 8009534 w 12192000"/>
              <a:gd name="connsiteY17" fmla="*/ 176441 h 4939827"/>
              <a:gd name="connsiteX18" fmla="*/ 8058681 w 12192000"/>
              <a:gd name="connsiteY18" fmla="*/ 219431 h 4939827"/>
              <a:gd name="connsiteX19" fmla="*/ 8126175 w 12192000"/>
              <a:gd name="connsiteY19" fmla="*/ 240005 h 4939827"/>
              <a:gd name="connsiteX20" fmla="*/ 8166439 w 12192000"/>
              <a:gd name="connsiteY20" fmla="*/ 252699 h 4939827"/>
              <a:gd name="connsiteX21" fmla="*/ 8281371 w 12192000"/>
              <a:gd name="connsiteY21" fmla="*/ 256875 h 4939827"/>
              <a:gd name="connsiteX22" fmla="*/ 8381609 w 12192000"/>
              <a:gd name="connsiteY22" fmla="*/ 240618 h 4939827"/>
              <a:gd name="connsiteX23" fmla="*/ 8406759 w 12192000"/>
              <a:gd name="connsiteY23" fmla="*/ 232517 h 4939827"/>
              <a:gd name="connsiteX24" fmla="*/ 8426506 w 12192000"/>
              <a:gd name="connsiteY24" fmla="*/ 241842 h 4939827"/>
              <a:gd name="connsiteX25" fmla="*/ 8427949 w 12192000"/>
              <a:gd name="connsiteY25" fmla="*/ 240981 h 4939827"/>
              <a:gd name="connsiteX26" fmla="*/ 8441468 w 12192000"/>
              <a:gd name="connsiteY26" fmla="*/ 241157 h 4939827"/>
              <a:gd name="connsiteX27" fmla="*/ 8565757 w 12192000"/>
              <a:gd name="connsiteY27" fmla="*/ 255317 h 4939827"/>
              <a:gd name="connsiteX28" fmla="*/ 8573171 w 12192000"/>
              <a:gd name="connsiteY28" fmla="*/ 258426 h 4939827"/>
              <a:gd name="connsiteX29" fmla="*/ 8573548 w 12192000"/>
              <a:gd name="connsiteY29" fmla="*/ 258241 h 4939827"/>
              <a:gd name="connsiteX30" fmla="*/ 8581827 w 12192000"/>
              <a:gd name="connsiteY30" fmla="*/ 261028 h 4939827"/>
              <a:gd name="connsiteX31" fmla="*/ 8586687 w 12192000"/>
              <a:gd name="connsiteY31" fmla="*/ 264089 h 4939827"/>
              <a:gd name="connsiteX32" fmla="*/ 8601067 w 12192000"/>
              <a:gd name="connsiteY32" fmla="*/ 270114 h 4939827"/>
              <a:gd name="connsiteX33" fmla="*/ 8672650 w 12192000"/>
              <a:gd name="connsiteY33" fmla="*/ 254821 h 4939827"/>
              <a:gd name="connsiteX34" fmla="*/ 8785543 w 12192000"/>
              <a:gd name="connsiteY34" fmla="*/ 263406 h 4939827"/>
              <a:gd name="connsiteX35" fmla="*/ 8830588 w 12192000"/>
              <a:gd name="connsiteY35" fmla="*/ 265483 h 4939827"/>
              <a:gd name="connsiteX36" fmla="*/ 8905142 w 12192000"/>
              <a:gd name="connsiteY36" fmla="*/ 264958 h 4939827"/>
              <a:gd name="connsiteX37" fmla="*/ 8968582 w 12192000"/>
              <a:gd name="connsiteY37" fmla="*/ 262728 h 4939827"/>
              <a:gd name="connsiteX38" fmla="*/ 8972994 w 12192000"/>
              <a:gd name="connsiteY38" fmla="*/ 263284 h 4939827"/>
              <a:gd name="connsiteX39" fmla="*/ 9004605 w 12192000"/>
              <a:gd name="connsiteY39" fmla="*/ 258041 h 4939827"/>
              <a:gd name="connsiteX40" fmla="*/ 9016165 w 12192000"/>
              <a:gd name="connsiteY40" fmla="*/ 261258 h 4939827"/>
              <a:gd name="connsiteX41" fmla="*/ 9043297 w 12192000"/>
              <a:gd name="connsiteY41" fmla="*/ 281547 h 4939827"/>
              <a:gd name="connsiteX42" fmla="*/ 9048315 w 12192000"/>
              <a:gd name="connsiteY42" fmla="*/ 279264 h 4939827"/>
              <a:gd name="connsiteX43" fmla="*/ 9054706 w 12192000"/>
              <a:gd name="connsiteY43" fmla="*/ 278538 h 4939827"/>
              <a:gd name="connsiteX44" fmla="*/ 9070919 w 12192000"/>
              <a:gd name="connsiteY44" fmla="*/ 281810 h 4939827"/>
              <a:gd name="connsiteX45" fmla="*/ 9076813 w 12192000"/>
              <a:gd name="connsiteY45" fmla="*/ 283909 h 4939827"/>
              <a:gd name="connsiteX46" fmla="*/ 9085871 w 12192000"/>
              <a:gd name="connsiteY46" fmla="*/ 285133 h 4939827"/>
              <a:gd name="connsiteX47" fmla="*/ 9086159 w 12192000"/>
              <a:gd name="connsiteY47" fmla="*/ 284887 h 4939827"/>
              <a:gd name="connsiteX48" fmla="*/ 9134606 w 12192000"/>
              <a:gd name="connsiteY48" fmla="*/ 288168 h 4939827"/>
              <a:gd name="connsiteX49" fmla="*/ 9195590 w 12192000"/>
              <a:gd name="connsiteY49" fmla="*/ 279568 h 4939827"/>
              <a:gd name="connsiteX50" fmla="*/ 9219336 w 12192000"/>
              <a:gd name="connsiteY50" fmla="*/ 278133 h 4939827"/>
              <a:gd name="connsiteX51" fmla="*/ 9232362 w 12192000"/>
              <a:gd name="connsiteY51" fmla="*/ 275894 h 4939827"/>
              <a:gd name="connsiteX52" fmla="*/ 9233396 w 12192000"/>
              <a:gd name="connsiteY52" fmla="*/ 274803 h 4939827"/>
              <a:gd name="connsiteX53" fmla="*/ 9256213 w 12192000"/>
              <a:gd name="connsiteY53" fmla="*/ 281576 h 4939827"/>
              <a:gd name="connsiteX54" fmla="*/ 9371484 w 12192000"/>
              <a:gd name="connsiteY54" fmla="*/ 329634 h 4939827"/>
              <a:gd name="connsiteX55" fmla="*/ 9404829 w 12192000"/>
              <a:gd name="connsiteY55" fmla="*/ 339038 h 4939827"/>
              <a:gd name="connsiteX56" fmla="*/ 9427021 w 12192000"/>
              <a:gd name="connsiteY56" fmla="*/ 358784 h 4939827"/>
              <a:gd name="connsiteX57" fmla="*/ 9670844 w 12192000"/>
              <a:gd name="connsiteY57" fmla="*/ 405128 h 4939827"/>
              <a:gd name="connsiteX58" fmla="*/ 9816083 w 12192000"/>
              <a:gd name="connsiteY58" fmla="*/ 416573 h 4939827"/>
              <a:gd name="connsiteX59" fmla="*/ 9936741 w 12192000"/>
              <a:gd name="connsiteY59" fmla="*/ 437044 h 4939827"/>
              <a:gd name="connsiteX60" fmla="*/ 10050093 w 12192000"/>
              <a:gd name="connsiteY60" fmla="*/ 443783 h 4939827"/>
              <a:gd name="connsiteX61" fmla="*/ 10130090 w 12192000"/>
              <a:gd name="connsiteY61" fmla="*/ 459520 h 4939827"/>
              <a:gd name="connsiteX62" fmla="*/ 10173456 w 12192000"/>
              <a:gd name="connsiteY62" fmla="*/ 457749 h 4939827"/>
              <a:gd name="connsiteX63" fmla="*/ 10218232 w 12192000"/>
              <a:gd name="connsiteY63" fmla="*/ 459820 h 4939827"/>
              <a:gd name="connsiteX64" fmla="*/ 10354176 w 12192000"/>
              <a:gd name="connsiteY64" fmla="*/ 471377 h 4939827"/>
              <a:gd name="connsiteX65" fmla="*/ 10430681 w 12192000"/>
              <a:gd name="connsiteY65" fmla="*/ 481226 h 4939827"/>
              <a:gd name="connsiteX66" fmla="*/ 10478169 w 12192000"/>
              <a:gd name="connsiteY66" fmla="*/ 481774 h 4939827"/>
              <a:gd name="connsiteX67" fmla="*/ 10540907 w 12192000"/>
              <a:gd name="connsiteY67" fmla="*/ 485607 h 4939827"/>
              <a:gd name="connsiteX68" fmla="*/ 10614941 w 12192000"/>
              <a:gd name="connsiteY68" fmla="*/ 487592 h 4939827"/>
              <a:gd name="connsiteX69" fmla="*/ 10674098 w 12192000"/>
              <a:gd name="connsiteY69" fmla="*/ 521656 h 4939827"/>
              <a:gd name="connsiteX70" fmla="*/ 10874834 w 12192000"/>
              <a:gd name="connsiteY70" fmla="*/ 574867 h 4939827"/>
              <a:gd name="connsiteX71" fmla="*/ 10944981 w 12192000"/>
              <a:gd name="connsiteY71" fmla="*/ 615042 h 4939827"/>
              <a:gd name="connsiteX72" fmla="*/ 11006376 w 12192000"/>
              <a:gd name="connsiteY72" fmla="*/ 645957 h 4939827"/>
              <a:gd name="connsiteX73" fmla="*/ 11076308 w 12192000"/>
              <a:gd name="connsiteY73" fmla="*/ 675698 h 4939827"/>
              <a:gd name="connsiteX74" fmla="*/ 11148789 w 12192000"/>
              <a:gd name="connsiteY74" fmla="*/ 685041 h 4939827"/>
              <a:gd name="connsiteX75" fmla="*/ 11249129 w 12192000"/>
              <a:gd name="connsiteY75" fmla="*/ 684218 h 4939827"/>
              <a:gd name="connsiteX76" fmla="*/ 11299915 w 12192000"/>
              <a:gd name="connsiteY76" fmla="*/ 692177 h 4939827"/>
              <a:gd name="connsiteX77" fmla="*/ 11386973 w 12192000"/>
              <a:gd name="connsiteY77" fmla="*/ 708209 h 4939827"/>
              <a:gd name="connsiteX78" fmla="*/ 11500105 w 12192000"/>
              <a:gd name="connsiteY78" fmla="*/ 735014 h 4939827"/>
              <a:gd name="connsiteX79" fmla="*/ 11621735 w 12192000"/>
              <a:gd name="connsiteY79" fmla="*/ 789584 h 4939827"/>
              <a:gd name="connsiteX80" fmla="*/ 11691200 w 12192000"/>
              <a:gd name="connsiteY80" fmla="*/ 867902 h 4939827"/>
              <a:gd name="connsiteX81" fmla="*/ 11819427 w 12192000"/>
              <a:gd name="connsiteY81" fmla="*/ 911634 h 4939827"/>
              <a:gd name="connsiteX82" fmla="*/ 11969720 w 12192000"/>
              <a:gd name="connsiteY82" fmla="*/ 964737 h 4939827"/>
              <a:gd name="connsiteX83" fmla="*/ 12055766 w 12192000"/>
              <a:gd name="connsiteY83" fmla="*/ 991268 h 4939827"/>
              <a:gd name="connsiteX84" fmla="*/ 12171539 w 12192000"/>
              <a:gd name="connsiteY84" fmla="*/ 995427 h 4939827"/>
              <a:gd name="connsiteX85" fmla="*/ 12187831 w 12192000"/>
              <a:gd name="connsiteY85" fmla="*/ 996580 h 4939827"/>
              <a:gd name="connsiteX86" fmla="*/ 12192000 w 12192000"/>
              <a:gd name="connsiteY86" fmla="*/ 996726 h 4939827"/>
              <a:gd name="connsiteX87" fmla="*/ 12192000 w 12192000"/>
              <a:gd name="connsiteY87" fmla="*/ 4939827 h 4939827"/>
              <a:gd name="connsiteX88" fmla="*/ 0 w 12192000"/>
              <a:gd name="connsiteY88" fmla="*/ 4939827 h 4939827"/>
              <a:gd name="connsiteX89" fmla="*/ 0 w 12192000"/>
              <a:gd name="connsiteY89" fmla="*/ 512043 h 4939827"/>
              <a:gd name="connsiteX90" fmla="*/ 7381 w 12192000"/>
              <a:gd name="connsiteY90" fmla="*/ 512580 h 4939827"/>
              <a:gd name="connsiteX91" fmla="*/ 100029 w 12192000"/>
              <a:gd name="connsiteY91" fmla="*/ 504758 h 4939827"/>
              <a:gd name="connsiteX92" fmla="*/ 155244 w 12192000"/>
              <a:gd name="connsiteY92" fmla="*/ 525130 h 4939827"/>
              <a:gd name="connsiteX93" fmla="*/ 254366 w 12192000"/>
              <a:gd name="connsiteY93" fmla="*/ 534449 h 4939827"/>
              <a:gd name="connsiteX94" fmla="*/ 447292 w 12192000"/>
              <a:gd name="connsiteY94" fmla="*/ 542725 h 4939827"/>
              <a:gd name="connsiteX95" fmla="*/ 628105 w 12192000"/>
              <a:gd name="connsiteY95" fmla="*/ 547853 h 4939827"/>
              <a:gd name="connsiteX96" fmla="*/ 783146 w 12192000"/>
              <a:gd name="connsiteY96" fmla="*/ 591799 h 4939827"/>
              <a:gd name="connsiteX97" fmla="*/ 1043676 w 12192000"/>
              <a:gd name="connsiteY97" fmla="*/ 591887 h 4939827"/>
              <a:gd name="connsiteX98" fmla="*/ 1281816 w 12192000"/>
              <a:gd name="connsiteY98" fmla="*/ 520946 h 4939827"/>
              <a:gd name="connsiteX99" fmla="*/ 1486347 w 12192000"/>
              <a:gd name="connsiteY99" fmla="*/ 487310 h 4939827"/>
              <a:gd name="connsiteX100" fmla="*/ 1568079 w 12192000"/>
              <a:gd name="connsiteY100" fmla="*/ 462531 h 4939827"/>
              <a:gd name="connsiteX101" fmla="*/ 1622516 w 12192000"/>
              <a:gd name="connsiteY101" fmla="*/ 466058 h 4939827"/>
              <a:gd name="connsiteX102" fmla="*/ 1655457 w 12192000"/>
              <a:gd name="connsiteY102" fmla="*/ 465359 h 4939827"/>
              <a:gd name="connsiteX103" fmla="*/ 1717454 w 12192000"/>
              <a:gd name="connsiteY103" fmla="*/ 417203 h 4939827"/>
              <a:gd name="connsiteX104" fmla="*/ 1913794 w 12192000"/>
              <a:gd name="connsiteY104" fmla="*/ 365255 h 4939827"/>
              <a:gd name="connsiteX105" fmla="*/ 2129762 w 12192000"/>
              <a:gd name="connsiteY105" fmla="*/ 367832 h 4939827"/>
              <a:gd name="connsiteX106" fmla="*/ 2376970 w 12192000"/>
              <a:gd name="connsiteY106" fmla="*/ 350129 h 4939827"/>
              <a:gd name="connsiteX107" fmla="*/ 2480155 w 12192000"/>
              <a:gd name="connsiteY107" fmla="*/ 359227 h 4939827"/>
              <a:gd name="connsiteX108" fmla="*/ 2586782 w 12192000"/>
              <a:gd name="connsiteY108" fmla="*/ 339352 h 4939827"/>
              <a:gd name="connsiteX109" fmla="*/ 2679617 w 12192000"/>
              <a:gd name="connsiteY109" fmla="*/ 305383 h 4939827"/>
              <a:gd name="connsiteX110" fmla="*/ 2788947 w 12192000"/>
              <a:gd name="connsiteY110" fmla="*/ 250375 h 4939827"/>
              <a:gd name="connsiteX111" fmla="*/ 2965530 w 12192000"/>
              <a:gd name="connsiteY111" fmla="*/ 245958 h 4939827"/>
              <a:gd name="connsiteX112" fmla="*/ 3103677 w 12192000"/>
              <a:gd name="connsiteY112" fmla="*/ 209527 h 4939827"/>
              <a:gd name="connsiteX113" fmla="*/ 3126759 w 12192000"/>
              <a:gd name="connsiteY113" fmla="*/ 211226 h 4939827"/>
              <a:gd name="connsiteX114" fmla="*/ 3164020 w 12192000"/>
              <a:gd name="connsiteY114" fmla="*/ 212779 h 4939827"/>
              <a:gd name="connsiteX115" fmla="*/ 3285019 w 12192000"/>
              <a:gd name="connsiteY115" fmla="*/ 220535 h 4939827"/>
              <a:gd name="connsiteX116" fmla="*/ 3365154 w 12192000"/>
              <a:gd name="connsiteY116" fmla="*/ 226416 h 4939827"/>
              <a:gd name="connsiteX117" fmla="*/ 3367507 w 12192000"/>
              <a:gd name="connsiteY117" fmla="*/ 225416 h 4939827"/>
              <a:gd name="connsiteX118" fmla="*/ 3387567 w 12192000"/>
              <a:gd name="connsiteY118" fmla="*/ 227103 h 4939827"/>
              <a:gd name="connsiteX119" fmla="*/ 3498001 w 12192000"/>
              <a:gd name="connsiteY119" fmla="*/ 231941 h 4939827"/>
              <a:gd name="connsiteX120" fmla="*/ 3561557 w 12192000"/>
              <a:gd name="connsiteY120" fmla="*/ 228095 h 4939827"/>
              <a:gd name="connsiteX121" fmla="*/ 3611920 w 12192000"/>
              <a:gd name="connsiteY121" fmla="*/ 218094 h 4939827"/>
              <a:gd name="connsiteX122" fmla="*/ 3620528 w 12192000"/>
              <a:gd name="connsiteY122" fmla="*/ 218788 h 4939827"/>
              <a:gd name="connsiteX123" fmla="*/ 3620766 w 12192000"/>
              <a:gd name="connsiteY123" fmla="*/ 218511 h 4939827"/>
              <a:gd name="connsiteX124" fmla="*/ 3629977 w 12192000"/>
              <a:gd name="connsiteY124" fmla="*/ 218664 h 4939827"/>
              <a:gd name="connsiteX125" fmla="*/ 3636217 w 12192000"/>
              <a:gd name="connsiteY125" fmla="*/ 220048 h 4939827"/>
              <a:gd name="connsiteX126" fmla="*/ 3709484 w 12192000"/>
              <a:gd name="connsiteY126" fmla="*/ 186927 h 4939827"/>
              <a:gd name="connsiteX127" fmla="*/ 3761342 w 12192000"/>
              <a:gd name="connsiteY127" fmla="*/ 177474 h 4939827"/>
              <a:gd name="connsiteX128" fmla="*/ 3799748 w 12192000"/>
              <a:gd name="connsiteY128" fmla="*/ 167154 h 4939827"/>
              <a:gd name="connsiteX129" fmla="*/ 3922756 w 12192000"/>
              <a:gd name="connsiteY129" fmla="*/ 194044 h 4939827"/>
              <a:gd name="connsiteX130" fmla="*/ 4028476 w 12192000"/>
              <a:gd name="connsiteY130" fmla="*/ 223679 h 4939827"/>
              <a:gd name="connsiteX131" fmla="*/ 4191582 w 12192000"/>
              <a:gd name="connsiteY131" fmla="*/ 238952 h 4939827"/>
              <a:gd name="connsiteX132" fmla="*/ 4251024 w 12192000"/>
              <a:gd name="connsiteY132" fmla="*/ 240874 h 4939827"/>
              <a:gd name="connsiteX133" fmla="*/ 4355275 w 12192000"/>
              <a:gd name="connsiteY133" fmla="*/ 260205 h 4939827"/>
              <a:gd name="connsiteX134" fmla="*/ 4423807 w 12192000"/>
              <a:gd name="connsiteY134" fmla="*/ 270366 h 4939827"/>
              <a:gd name="connsiteX135" fmla="*/ 4558432 w 12192000"/>
              <a:gd name="connsiteY135" fmla="*/ 269194 h 4939827"/>
              <a:gd name="connsiteX136" fmla="*/ 4635061 w 12192000"/>
              <a:gd name="connsiteY136" fmla="*/ 280682 h 4939827"/>
              <a:gd name="connsiteX137" fmla="*/ 4807427 w 12192000"/>
              <a:gd name="connsiteY137" fmla="*/ 276835 h 4939827"/>
              <a:gd name="connsiteX138" fmla="*/ 5028933 w 12192000"/>
              <a:gd name="connsiteY138" fmla="*/ 183887 h 4939827"/>
              <a:gd name="connsiteX139" fmla="*/ 5093642 w 12192000"/>
              <a:gd name="connsiteY139" fmla="*/ 177214 h 4939827"/>
              <a:gd name="connsiteX140" fmla="*/ 5102642 w 12192000"/>
              <a:gd name="connsiteY140" fmla="*/ 186816 h 4939827"/>
              <a:gd name="connsiteX141" fmla="*/ 5193590 w 12192000"/>
              <a:gd name="connsiteY141" fmla="*/ 156458 h 4939827"/>
              <a:gd name="connsiteX142" fmla="*/ 5323922 w 12192000"/>
              <a:gd name="connsiteY142" fmla="*/ 146332 h 4939827"/>
              <a:gd name="connsiteX143" fmla="*/ 5421860 w 12192000"/>
              <a:gd name="connsiteY143" fmla="*/ 167298 h 4939827"/>
              <a:gd name="connsiteX144" fmla="*/ 5476948 w 12192000"/>
              <a:gd name="connsiteY144" fmla="*/ 173249 h 4939827"/>
              <a:gd name="connsiteX145" fmla="*/ 5516842 w 12192000"/>
              <a:gd name="connsiteY145" fmla="*/ 184018 h 4939827"/>
              <a:gd name="connsiteX146" fmla="*/ 5619415 w 12192000"/>
              <a:gd name="connsiteY146" fmla="*/ 176781 h 4939827"/>
              <a:gd name="connsiteX147" fmla="*/ 5789867 w 12192000"/>
              <a:gd name="connsiteY147" fmla="*/ 150304 h 4939827"/>
              <a:gd name="connsiteX148" fmla="*/ 5825953 w 12192000"/>
              <a:gd name="connsiteY148" fmla="*/ 147907 h 4939827"/>
              <a:gd name="connsiteX149" fmla="*/ 5856168 w 12192000"/>
              <a:gd name="connsiteY149" fmla="*/ 158719 h 4939827"/>
              <a:gd name="connsiteX150" fmla="*/ 5862476 w 12192000"/>
              <a:gd name="connsiteY150" fmla="*/ 172447 h 4939827"/>
              <a:gd name="connsiteX151" fmla="*/ 5882195 w 12192000"/>
              <a:gd name="connsiteY151" fmla="*/ 173195 h 4939827"/>
              <a:gd name="connsiteX152" fmla="*/ 5887271 w 12192000"/>
              <a:gd name="connsiteY152" fmla="*/ 176084 h 4939827"/>
              <a:gd name="connsiteX153" fmla="*/ 5921577 w 12192000"/>
              <a:gd name="connsiteY153" fmla="*/ 169858 h 4939827"/>
              <a:gd name="connsiteX154" fmla="*/ 5983240 w 12192000"/>
              <a:gd name="connsiteY154" fmla="*/ 152755 h 4939827"/>
              <a:gd name="connsiteX155" fmla="*/ 6152287 w 12192000"/>
              <a:gd name="connsiteY155" fmla="*/ 116736 h 4939827"/>
              <a:gd name="connsiteX156" fmla="*/ 6415830 w 12192000"/>
              <a:gd name="connsiteY156" fmla="*/ 136006 h 4939827"/>
              <a:gd name="connsiteX157" fmla="*/ 6756965 w 12192000"/>
              <a:gd name="connsiteY157" fmla="*/ 57636 h 4939827"/>
              <a:gd name="connsiteX158" fmla="*/ 6819400 w 12192000"/>
              <a:gd name="connsiteY158" fmla="*/ 30742 h 4939827"/>
              <a:gd name="connsiteX159" fmla="*/ 6986370 w 12192000"/>
              <a:gd name="connsiteY159" fmla="*/ 12659 h 4939827"/>
              <a:gd name="connsiteX160" fmla="*/ 6989536 w 12192000"/>
              <a:gd name="connsiteY160" fmla="*/ 14528 h 4939827"/>
              <a:gd name="connsiteX161" fmla="*/ 7015933 w 12192000"/>
              <a:gd name="connsiteY161" fmla="*/ 9653 h 4939827"/>
              <a:gd name="connsiteX162" fmla="*/ 7020592 w 12192000"/>
              <a:gd name="connsiteY162" fmla="*/ 1651 h 4939827"/>
              <a:gd name="connsiteX163" fmla="*/ 7025905 w 12192000"/>
              <a:gd name="connsiteY16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152287 w 12192000"/>
              <a:gd name="connsiteY154" fmla="*/ 116736 h 4939827"/>
              <a:gd name="connsiteX155" fmla="*/ 6415830 w 12192000"/>
              <a:gd name="connsiteY155" fmla="*/ 136006 h 4939827"/>
              <a:gd name="connsiteX156" fmla="*/ 6756965 w 12192000"/>
              <a:gd name="connsiteY156" fmla="*/ 57636 h 4939827"/>
              <a:gd name="connsiteX157" fmla="*/ 6819400 w 12192000"/>
              <a:gd name="connsiteY157" fmla="*/ 30742 h 4939827"/>
              <a:gd name="connsiteX158" fmla="*/ 6986370 w 12192000"/>
              <a:gd name="connsiteY158" fmla="*/ 12659 h 4939827"/>
              <a:gd name="connsiteX159" fmla="*/ 6989536 w 12192000"/>
              <a:gd name="connsiteY159" fmla="*/ 14528 h 4939827"/>
              <a:gd name="connsiteX160" fmla="*/ 7015933 w 12192000"/>
              <a:gd name="connsiteY160" fmla="*/ 9653 h 4939827"/>
              <a:gd name="connsiteX161" fmla="*/ 7020592 w 12192000"/>
              <a:gd name="connsiteY161" fmla="*/ 1651 h 4939827"/>
              <a:gd name="connsiteX162" fmla="*/ 7025905 w 12192000"/>
              <a:gd name="connsiteY16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256213 w 12192000"/>
              <a:gd name="connsiteY51" fmla="*/ 281576 h 4939827"/>
              <a:gd name="connsiteX52" fmla="*/ 9371484 w 12192000"/>
              <a:gd name="connsiteY52" fmla="*/ 329634 h 4939827"/>
              <a:gd name="connsiteX53" fmla="*/ 9404829 w 12192000"/>
              <a:gd name="connsiteY53" fmla="*/ 339038 h 4939827"/>
              <a:gd name="connsiteX54" fmla="*/ 9427021 w 12192000"/>
              <a:gd name="connsiteY54" fmla="*/ 358784 h 4939827"/>
              <a:gd name="connsiteX55" fmla="*/ 9670844 w 12192000"/>
              <a:gd name="connsiteY55" fmla="*/ 405128 h 4939827"/>
              <a:gd name="connsiteX56" fmla="*/ 9816083 w 12192000"/>
              <a:gd name="connsiteY56" fmla="*/ 416573 h 4939827"/>
              <a:gd name="connsiteX57" fmla="*/ 9936741 w 12192000"/>
              <a:gd name="connsiteY57" fmla="*/ 437044 h 4939827"/>
              <a:gd name="connsiteX58" fmla="*/ 10050093 w 12192000"/>
              <a:gd name="connsiteY58" fmla="*/ 443783 h 4939827"/>
              <a:gd name="connsiteX59" fmla="*/ 10130090 w 12192000"/>
              <a:gd name="connsiteY59" fmla="*/ 459520 h 4939827"/>
              <a:gd name="connsiteX60" fmla="*/ 10173456 w 12192000"/>
              <a:gd name="connsiteY60" fmla="*/ 457749 h 4939827"/>
              <a:gd name="connsiteX61" fmla="*/ 10218232 w 12192000"/>
              <a:gd name="connsiteY61" fmla="*/ 459820 h 4939827"/>
              <a:gd name="connsiteX62" fmla="*/ 10354176 w 12192000"/>
              <a:gd name="connsiteY62" fmla="*/ 471377 h 4939827"/>
              <a:gd name="connsiteX63" fmla="*/ 10430681 w 12192000"/>
              <a:gd name="connsiteY63" fmla="*/ 481226 h 4939827"/>
              <a:gd name="connsiteX64" fmla="*/ 10478169 w 12192000"/>
              <a:gd name="connsiteY64" fmla="*/ 481774 h 4939827"/>
              <a:gd name="connsiteX65" fmla="*/ 10540907 w 12192000"/>
              <a:gd name="connsiteY65" fmla="*/ 485607 h 4939827"/>
              <a:gd name="connsiteX66" fmla="*/ 10614941 w 12192000"/>
              <a:gd name="connsiteY66" fmla="*/ 487592 h 4939827"/>
              <a:gd name="connsiteX67" fmla="*/ 10674098 w 12192000"/>
              <a:gd name="connsiteY67" fmla="*/ 521656 h 4939827"/>
              <a:gd name="connsiteX68" fmla="*/ 10874834 w 12192000"/>
              <a:gd name="connsiteY68" fmla="*/ 574867 h 4939827"/>
              <a:gd name="connsiteX69" fmla="*/ 10944981 w 12192000"/>
              <a:gd name="connsiteY69" fmla="*/ 615042 h 4939827"/>
              <a:gd name="connsiteX70" fmla="*/ 11006376 w 12192000"/>
              <a:gd name="connsiteY70" fmla="*/ 645957 h 4939827"/>
              <a:gd name="connsiteX71" fmla="*/ 11076308 w 12192000"/>
              <a:gd name="connsiteY71" fmla="*/ 675698 h 4939827"/>
              <a:gd name="connsiteX72" fmla="*/ 11148789 w 12192000"/>
              <a:gd name="connsiteY72" fmla="*/ 685041 h 4939827"/>
              <a:gd name="connsiteX73" fmla="*/ 11249129 w 12192000"/>
              <a:gd name="connsiteY73" fmla="*/ 684218 h 4939827"/>
              <a:gd name="connsiteX74" fmla="*/ 11299915 w 12192000"/>
              <a:gd name="connsiteY74" fmla="*/ 692177 h 4939827"/>
              <a:gd name="connsiteX75" fmla="*/ 11386973 w 12192000"/>
              <a:gd name="connsiteY75" fmla="*/ 708209 h 4939827"/>
              <a:gd name="connsiteX76" fmla="*/ 11500105 w 12192000"/>
              <a:gd name="connsiteY76" fmla="*/ 735014 h 4939827"/>
              <a:gd name="connsiteX77" fmla="*/ 11621735 w 12192000"/>
              <a:gd name="connsiteY77" fmla="*/ 789584 h 4939827"/>
              <a:gd name="connsiteX78" fmla="*/ 11691200 w 12192000"/>
              <a:gd name="connsiteY78" fmla="*/ 867902 h 4939827"/>
              <a:gd name="connsiteX79" fmla="*/ 11819427 w 12192000"/>
              <a:gd name="connsiteY79" fmla="*/ 911634 h 4939827"/>
              <a:gd name="connsiteX80" fmla="*/ 11969720 w 12192000"/>
              <a:gd name="connsiteY80" fmla="*/ 964737 h 4939827"/>
              <a:gd name="connsiteX81" fmla="*/ 12055766 w 12192000"/>
              <a:gd name="connsiteY81" fmla="*/ 991268 h 4939827"/>
              <a:gd name="connsiteX82" fmla="*/ 12171539 w 12192000"/>
              <a:gd name="connsiteY82" fmla="*/ 995427 h 4939827"/>
              <a:gd name="connsiteX83" fmla="*/ 12187831 w 12192000"/>
              <a:gd name="connsiteY83" fmla="*/ 996580 h 4939827"/>
              <a:gd name="connsiteX84" fmla="*/ 12192000 w 12192000"/>
              <a:gd name="connsiteY84" fmla="*/ 996726 h 4939827"/>
              <a:gd name="connsiteX85" fmla="*/ 12192000 w 12192000"/>
              <a:gd name="connsiteY85" fmla="*/ 4939827 h 4939827"/>
              <a:gd name="connsiteX86" fmla="*/ 0 w 12192000"/>
              <a:gd name="connsiteY86" fmla="*/ 4939827 h 4939827"/>
              <a:gd name="connsiteX87" fmla="*/ 0 w 12192000"/>
              <a:gd name="connsiteY87" fmla="*/ 512043 h 4939827"/>
              <a:gd name="connsiteX88" fmla="*/ 7381 w 12192000"/>
              <a:gd name="connsiteY88" fmla="*/ 512580 h 4939827"/>
              <a:gd name="connsiteX89" fmla="*/ 100029 w 12192000"/>
              <a:gd name="connsiteY89" fmla="*/ 504758 h 4939827"/>
              <a:gd name="connsiteX90" fmla="*/ 155244 w 12192000"/>
              <a:gd name="connsiteY90" fmla="*/ 525130 h 4939827"/>
              <a:gd name="connsiteX91" fmla="*/ 254366 w 12192000"/>
              <a:gd name="connsiteY91" fmla="*/ 534449 h 4939827"/>
              <a:gd name="connsiteX92" fmla="*/ 447292 w 12192000"/>
              <a:gd name="connsiteY92" fmla="*/ 542725 h 4939827"/>
              <a:gd name="connsiteX93" fmla="*/ 628105 w 12192000"/>
              <a:gd name="connsiteY93" fmla="*/ 547853 h 4939827"/>
              <a:gd name="connsiteX94" fmla="*/ 783146 w 12192000"/>
              <a:gd name="connsiteY94" fmla="*/ 591799 h 4939827"/>
              <a:gd name="connsiteX95" fmla="*/ 1043676 w 12192000"/>
              <a:gd name="connsiteY95" fmla="*/ 591887 h 4939827"/>
              <a:gd name="connsiteX96" fmla="*/ 1281816 w 12192000"/>
              <a:gd name="connsiteY96" fmla="*/ 520946 h 4939827"/>
              <a:gd name="connsiteX97" fmla="*/ 1486347 w 12192000"/>
              <a:gd name="connsiteY97" fmla="*/ 487310 h 4939827"/>
              <a:gd name="connsiteX98" fmla="*/ 1568079 w 12192000"/>
              <a:gd name="connsiteY98" fmla="*/ 462531 h 4939827"/>
              <a:gd name="connsiteX99" fmla="*/ 1622516 w 12192000"/>
              <a:gd name="connsiteY99" fmla="*/ 466058 h 4939827"/>
              <a:gd name="connsiteX100" fmla="*/ 1655457 w 12192000"/>
              <a:gd name="connsiteY100" fmla="*/ 465359 h 4939827"/>
              <a:gd name="connsiteX101" fmla="*/ 1717454 w 12192000"/>
              <a:gd name="connsiteY101" fmla="*/ 417203 h 4939827"/>
              <a:gd name="connsiteX102" fmla="*/ 1913794 w 12192000"/>
              <a:gd name="connsiteY102" fmla="*/ 365255 h 4939827"/>
              <a:gd name="connsiteX103" fmla="*/ 2129762 w 12192000"/>
              <a:gd name="connsiteY103" fmla="*/ 367832 h 4939827"/>
              <a:gd name="connsiteX104" fmla="*/ 2376970 w 12192000"/>
              <a:gd name="connsiteY104" fmla="*/ 350129 h 4939827"/>
              <a:gd name="connsiteX105" fmla="*/ 2480155 w 12192000"/>
              <a:gd name="connsiteY105" fmla="*/ 359227 h 4939827"/>
              <a:gd name="connsiteX106" fmla="*/ 2586782 w 12192000"/>
              <a:gd name="connsiteY106" fmla="*/ 339352 h 4939827"/>
              <a:gd name="connsiteX107" fmla="*/ 2679617 w 12192000"/>
              <a:gd name="connsiteY107" fmla="*/ 305383 h 4939827"/>
              <a:gd name="connsiteX108" fmla="*/ 2788947 w 12192000"/>
              <a:gd name="connsiteY108" fmla="*/ 250375 h 4939827"/>
              <a:gd name="connsiteX109" fmla="*/ 2965530 w 12192000"/>
              <a:gd name="connsiteY109" fmla="*/ 245958 h 4939827"/>
              <a:gd name="connsiteX110" fmla="*/ 3103677 w 12192000"/>
              <a:gd name="connsiteY110" fmla="*/ 209527 h 4939827"/>
              <a:gd name="connsiteX111" fmla="*/ 3126759 w 12192000"/>
              <a:gd name="connsiteY111" fmla="*/ 211226 h 4939827"/>
              <a:gd name="connsiteX112" fmla="*/ 3164020 w 12192000"/>
              <a:gd name="connsiteY112" fmla="*/ 212779 h 4939827"/>
              <a:gd name="connsiteX113" fmla="*/ 3285019 w 12192000"/>
              <a:gd name="connsiteY113" fmla="*/ 220535 h 4939827"/>
              <a:gd name="connsiteX114" fmla="*/ 3365154 w 12192000"/>
              <a:gd name="connsiteY114" fmla="*/ 226416 h 4939827"/>
              <a:gd name="connsiteX115" fmla="*/ 3367507 w 12192000"/>
              <a:gd name="connsiteY115" fmla="*/ 225416 h 4939827"/>
              <a:gd name="connsiteX116" fmla="*/ 3387567 w 12192000"/>
              <a:gd name="connsiteY116" fmla="*/ 227103 h 4939827"/>
              <a:gd name="connsiteX117" fmla="*/ 3498001 w 12192000"/>
              <a:gd name="connsiteY117" fmla="*/ 231941 h 4939827"/>
              <a:gd name="connsiteX118" fmla="*/ 3561557 w 12192000"/>
              <a:gd name="connsiteY118" fmla="*/ 228095 h 4939827"/>
              <a:gd name="connsiteX119" fmla="*/ 3611920 w 12192000"/>
              <a:gd name="connsiteY119" fmla="*/ 218094 h 4939827"/>
              <a:gd name="connsiteX120" fmla="*/ 3620528 w 12192000"/>
              <a:gd name="connsiteY120" fmla="*/ 218788 h 4939827"/>
              <a:gd name="connsiteX121" fmla="*/ 3620766 w 12192000"/>
              <a:gd name="connsiteY121" fmla="*/ 218511 h 4939827"/>
              <a:gd name="connsiteX122" fmla="*/ 3629977 w 12192000"/>
              <a:gd name="connsiteY122" fmla="*/ 218664 h 4939827"/>
              <a:gd name="connsiteX123" fmla="*/ 3636217 w 12192000"/>
              <a:gd name="connsiteY123" fmla="*/ 220048 h 4939827"/>
              <a:gd name="connsiteX124" fmla="*/ 3709484 w 12192000"/>
              <a:gd name="connsiteY124" fmla="*/ 186927 h 4939827"/>
              <a:gd name="connsiteX125" fmla="*/ 3761342 w 12192000"/>
              <a:gd name="connsiteY125" fmla="*/ 177474 h 4939827"/>
              <a:gd name="connsiteX126" fmla="*/ 3799748 w 12192000"/>
              <a:gd name="connsiteY126" fmla="*/ 167154 h 4939827"/>
              <a:gd name="connsiteX127" fmla="*/ 3922756 w 12192000"/>
              <a:gd name="connsiteY127" fmla="*/ 194044 h 4939827"/>
              <a:gd name="connsiteX128" fmla="*/ 4028476 w 12192000"/>
              <a:gd name="connsiteY128" fmla="*/ 223679 h 4939827"/>
              <a:gd name="connsiteX129" fmla="*/ 4191582 w 12192000"/>
              <a:gd name="connsiteY129" fmla="*/ 238952 h 4939827"/>
              <a:gd name="connsiteX130" fmla="*/ 4251024 w 12192000"/>
              <a:gd name="connsiteY130" fmla="*/ 240874 h 4939827"/>
              <a:gd name="connsiteX131" fmla="*/ 4355275 w 12192000"/>
              <a:gd name="connsiteY131" fmla="*/ 260205 h 4939827"/>
              <a:gd name="connsiteX132" fmla="*/ 4423807 w 12192000"/>
              <a:gd name="connsiteY132" fmla="*/ 270366 h 4939827"/>
              <a:gd name="connsiteX133" fmla="*/ 4558432 w 12192000"/>
              <a:gd name="connsiteY133" fmla="*/ 269194 h 4939827"/>
              <a:gd name="connsiteX134" fmla="*/ 4635061 w 12192000"/>
              <a:gd name="connsiteY134" fmla="*/ 280682 h 4939827"/>
              <a:gd name="connsiteX135" fmla="*/ 4807427 w 12192000"/>
              <a:gd name="connsiteY135" fmla="*/ 276835 h 4939827"/>
              <a:gd name="connsiteX136" fmla="*/ 5028933 w 12192000"/>
              <a:gd name="connsiteY136" fmla="*/ 183887 h 4939827"/>
              <a:gd name="connsiteX137" fmla="*/ 5093642 w 12192000"/>
              <a:gd name="connsiteY137" fmla="*/ 177214 h 4939827"/>
              <a:gd name="connsiteX138" fmla="*/ 5102642 w 12192000"/>
              <a:gd name="connsiteY138" fmla="*/ 186816 h 4939827"/>
              <a:gd name="connsiteX139" fmla="*/ 5193590 w 12192000"/>
              <a:gd name="connsiteY139" fmla="*/ 156458 h 4939827"/>
              <a:gd name="connsiteX140" fmla="*/ 5323922 w 12192000"/>
              <a:gd name="connsiteY140" fmla="*/ 146332 h 4939827"/>
              <a:gd name="connsiteX141" fmla="*/ 5421860 w 12192000"/>
              <a:gd name="connsiteY141" fmla="*/ 167298 h 4939827"/>
              <a:gd name="connsiteX142" fmla="*/ 5476948 w 12192000"/>
              <a:gd name="connsiteY142" fmla="*/ 173249 h 4939827"/>
              <a:gd name="connsiteX143" fmla="*/ 5516842 w 12192000"/>
              <a:gd name="connsiteY143" fmla="*/ 184018 h 4939827"/>
              <a:gd name="connsiteX144" fmla="*/ 5619415 w 12192000"/>
              <a:gd name="connsiteY144" fmla="*/ 176781 h 4939827"/>
              <a:gd name="connsiteX145" fmla="*/ 5789867 w 12192000"/>
              <a:gd name="connsiteY145" fmla="*/ 150304 h 4939827"/>
              <a:gd name="connsiteX146" fmla="*/ 5825953 w 12192000"/>
              <a:gd name="connsiteY146" fmla="*/ 147907 h 4939827"/>
              <a:gd name="connsiteX147" fmla="*/ 5856168 w 12192000"/>
              <a:gd name="connsiteY147" fmla="*/ 158719 h 4939827"/>
              <a:gd name="connsiteX148" fmla="*/ 5862476 w 12192000"/>
              <a:gd name="connsiteY148" fmla="*/ 172447 h 4939827"/>
              <a:gd name="connsiteX149" fmla="*/ 5882195 w 12192000"/>
              <a:gd name="connsiteY149" fmla="*/ 173195 h 4939827"/>
              <a:gd name="connsiteX150" fmla="*/ 5952585 w 12192000"/>
              <a:gd name="connsiteY150" fmla="*/ 161012 h 4939827"/>
              <a:gd name="connsiteX151" fmla="*/ 6001964 w 12192000"/>
              <a:gd name="connsiteY151" fmla="*/ 154786 h 4939827"/>
              <a:gd name="connsiteX152" fmla="*/ 6184207 w 12192000"/>
              <a:gd name="connsiteY152" fmla="*/ 132658 h 4939827"/>
              <a:gd name="connsiteX153" fmla="*/ 6415830 w 12192000"/>
              <a:gd name="connsiteY153" fmla="*/ 136006 h 4939827"/>
              <a:gd name="connsiteX154" fmla="*/ 6756965 w 12192000"/>
              <a:gd name="connsiteY154" fmla="*/ 57636 h 4939827"/>
              <a:gd name="connsiteX155" fmla="*/ 6819400 w 12192000"/>
              <a:gd name="connsiteY155" fmla="*/ 30742 h 4939827"/>
              <a:gd name="connsiteX156" fmla="*/ 6986370 w 12192000"/>
              <a:gd name="connsiteY156" fmla="*/ 12659 h 4939827"/>
              <a:gd name="connsiteX157" fmla="*/ 6989536 w 12192000"/>
              <a:gd name="connsiteY157" fmla="*/ 14528 h 4939827"/>
              <a:gd name="connsiteX158" fmla="*/ 7015933 w 12192000"/>
              <a:gd name="connsiteY158" fmla="*/ 9653 h 4939827"/>
              <a:gd name="connsiteX159" fmla="*/ 7020592 w 12192000"/>
              <a:gd name="connsiteY159" fmla="*/ 1651 h 4939827"/>
              <a:gd name="connsiteX160" fmla="*/ 7025905 w 12192000"/>
              <a:gd name="connsiteY16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83638 w 12192000"/>
              <a:gd name="connsiteY50" fmla="*/ 299924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622021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281371 w 12192000"/>
              <a:gd name="connsiteY19" fmla="*/ 256875 h 4939827"/>
              <a:gd name="connsiteX20" fmla="*/ 8381609 w 12192000"/>
              <a:gd name="connsiteY20" fmla="*/ 240618 h 4939827"/>
              <a:gd name="connsiteX21" fmla="*/ 8406759 w 12192000"/>
              <a:gd name="connsiteY21" fmla="*/ 232517 h 4939827"/>
              <a:gd name="connsiteX22" fmla="*/ 8426506 w 12192000"/>
              <a:gd name="connsiteY22" fmla="*/ 241842 h 4939827"/>
              <a:gd name="connsiteX23" fmla="*/ 8427949 w 12192000"/>
              <a:gd name="connsiteY23" fmla="*/ 240981 h 4939827"/>
              <a:gd name="connsiteX24" fmla="*/ 8441468 w 12192000"/>
              <a:gd name="connsiteY24" fmla="*/ 241157 h 4939827"/>
              <a:gd name="connsiteX25" fmla="*/ 8565757 w 12192000"/>
              <a:gd name="connsiteY25" fmla="*/ 255317 h 4939827"/>
              <a:gd name="connsiteX26" fmla="*/ 8573171 w 12192000"/>
              <a:gd name="connsiteY26" fmla="*/ 258426 h 4939827"/>
              <a:gd name="connsiteX27" fmla="*/ 8573548 w 12192000"/>
              <a:gd name="connsiteY27" fmla="*/ 258241 h 4939827"/>
              <a:gd name="connsiteX28" fmla="*/ 8622021 w 12192000"/>
              <a:gd name="connsiteY28" fmla="*/ 261028 h 4939827"/>
              <a:gd name="connsiteX29" fmla="*/ 8672650 w 12192000"/>
              <a:gd name="connsiteY29" fmla="*/ 254821 h 4939827"/>
              <a:gd name="connsiteX30" fmla="*/ 8785543 w 12192000"/>
              <a:gd name="connsiteY30" fmla="*/ 263406 h 4939827"/>
              <a:gd name="connsiteX31" fmla="*/ 8830588 w 12192000"/>
              <a:gd name="connsiteY31" fmla="*/ 265483 h 4939827"/>
              <a:gd name="connsiteX32" fmla="*/ 8905142 w 12192000"/>
              <a:gd name="connsiteY32" fmla="*/ 264958 h 4939827"/>
              <a:gd name="connsiteX33" fmla="*/ 8968582 w 12192000"/>
              <a:gd name="connsiteY33" fmla="*/ 262728 h 4939827"/>
              <a:gd name="connsiteX34" fmla="*/ 8972994 w 12192000"/>
              <a:gd name="connsiteY34" fmla="*/ 263284 h 4939827"/>
              <a:gd name="connsiteX35" fmla="*/ 9004605 w 12192000"/>
              <a:gd name="connsiteY35" fmla="*/ 258041 h 4939827"/>
              <a:gd name="connsiteX36" fmla="*/ 9016165 w 12192000"/>
              <a:gd name="connsiteY36" fmla="*/ 261258 h 4939827"/>
              <a:gd name="connsiteX37" fmla="*/ 9043297 w 12192000"/>
              <a:gd name="connsiteY37" fmla="*/ 281547 h 4939827"/>
              <a:gd name="connsiteX38" fmla="*/ 9048315 w 12192000"/>
              <a:gd name="connsiteY38" fmla="*/ 279264 h 4939827"/>
              <a:gd name="connsiteX39" fmla="*/ 9054706 w 12192000"/>
              <a:gd name="connsiteY39" fmla="*/ 278538 h 4939827"/>
              <a:gd name="connsiteX40" fmla="*/ 9070919 w 12192000"/>
              <a:gd name="connsiteY40" fmla="*/ 281810 h 4939827"/>
              <a:gd name="connsiteX41" fmla="*/ 9076813 w 12192000"/>
              <a:gd name="connsiteY41" fmla="*/ 283909 h 4939827"/>
              <a:gd name="connsiteX42" fmla="*/ 9085871 w 12192000"/>
              <a:gd name="connsiteY42" fmla="*/ 285133 h 4939827"/>
              <a:gd name="connsiteX43" fmla="*/ 9086159 w 12192000"/>
              <a:gd name="connsiteY43" fmla="*/ 284887 h 4939827"/>
              <a:gd name="connsiteX44" fmla="*/ 9134606 w 12192000"/>
              <a:gd name="connsiteY44" fmla="*/ 288168 h 4939827"/>
              <a:gd name="connsiteX45" fmla="*/ 9195590 w 12192000"/>
              <a:gd name="connsiteY45" fmla="*/ 279568 h 4939827"/>
              <a:gd name="connsiteX46" fmla="*/ 9219336 w 12192000"/>
              <a:gd name="connsiteY46" fmla="*/ 278133 h 4939827"/>
              <a:gd name="connsiteX47" fmla="*/ 9232362 w 12192000"/>
              <a:gd name="connsiteY47" fmla="*/ 275894 h 4939827"/>
              <a:gd name="connsiteX48" fmla="*/ 9283638 w 12192000"/>
              <a:gd name="connsiteY48" fmla="*/ 299924 h 4939827"/>
              <a:gd name="connsiteX49" fmla="*/ 9371484 w 12192000"/>
              <a:gd name="connsiteY49" fmla="*/ 329634 h 4939827"/>
              <a:gd name="connsiteX50" fmla="*/ 9404829 w 12192000"/>
              <a:gd name="connsiteY50" fmla="*/ 339038 h 4939827"/>
              <a:gd name="connsiteX51" fmla="*/ 9427021 w 12192000"/>
              <a:gd name="connsiteY51" fmla="*/ 358784 h 4939827"/>
              <a:gd name="connsiteX52" fmla="*/ 9670844 w 12192000"/>
              <a:gd name="connsiteY52" fmla="*/ 405128 h 4939827"/>
              <a:gd name="connsiteX53" fmla="*/ 9816083 w 12192000"/>
              <a:gd name="connsiteY53" fmla="*/ 416573 h 4939827"/>
              <a:gd name="connsiteX54" fmla="*/ 9936741 w 12192000"/>
              <a:gd name="connsiteY54" fmla="*/ 437044 h 4939827"/>
              <a:gd name="connsiteX55" fmla="*/ 10050093 w 12192000"/>
              <a:gd name="connsiteY55" fmla="*/ 443783 h 4939827"/>
              <a:gd name="connsiteX56" fmla="*/ 10130090 w 12192000"/>
              <a:gd name="connsiteY56" fmla="*/ 459520 h 4939827"/>
              <a:gd name="connsiteX57" fmla="*/ 10173456 w 12192000"/>
              <a:gd name="connsiteY57" fmla="*/ 457749 h 4939827"/>
              <a:gd name="connsiteX58" fmla="*/ 10218232 w 12192000"/>
              <a:gd name="connsiteY58" fmla="*/ 459820 h 4939827"/>
              <a:gd name="connsiteX59" fmla="*/ 10354176 w 12192000"/>
              <a:gd name="connsiteY59" fmla="*/ 471377 h 4939827"/>
              <a:gd name="connsiteX60" fmla="*/ 10430681 w 12192000"/>
              <a:gd name="connsiteY60" fmla="*/ 481226 h 4939827"/>
              <a:gd name="connsiteX61" fmla="*/ 10478169 w 12192000"/>
              <a:gd name="connsiteY61" fmla="*/ 481774 h 4939827"/>
              <a:gd name="connsiteX62" fmla="*/ 10540907 w 12192000"/>
              <a:gd name="connsiteY62" fmla="*/ 485607 h 4939827"/>
              <a:gd name="connsiteX63" fmla="*/ 10614941 w 12192000"/>
              <a:gd name="connsiteY63" fmla="*/ 487592 h 4939827"/>
              <a:gd name="connsiteX64" fmla="*/ 10674098 w 12192000"/>
              <a:gd name="connsiteY64" fmla="*/ 521656 h 4939827"/>
              <a:gd name="connsiteX65" fmla="*/ 10874834 w 12192000"/>
              <a:gd name="connsiteY65" fmla="*/ 574867 h 4939827"/>
              <a:gd name="connsiteX66" fmla="*/ 10944981 w 12192000"/>
              <a:gd name="connsiteY66" fmla="*/ 615042 h 4939827"/>
              <a:gd name="connsiteX67" fmla="*/ 11006376 w 12192000"/>
              <a:gd name="connsiteY67" fmla="*/ 645957 h 4939827"/>
              <a:gd name="connsiteX68" fmla="*/ 11076308 w 12192000"/>
              <a:gd name="connsiteY68" fmla="*/ 675698 h 4939827"/>
              <a:gd name="connsiteX69" fmla="*/ 11148789 w 12192000"/>
              <a:gd name="connsiteY69" fmla="*/ 685041 h 4939827"/>
              <a:gd name="connsiteX70" fmla="*/ 11249129 w 12192000"/>
              <a:gd name="connsiteY70" fmla="*/ 684218 h 4939827"/>
              <a:gd name="connsiteX71" fmla="*/ 11299915 w 12192000"/>
              <a:gd name="connsiteY71" fmla="*/ 692177 h 4939827"/>
              <a:gd name="connsiteX72" fmla="*/ 11386973 w 12192000"/>
              <a:gd name="connsiteY72" fmla="*/ 708209 h 4939827"/>
              <a:gd name="connsiteX73" fmla="*/ 11500105 w 12192000"/>
              <a:gd name="connsiteY73" fmla="*/ 735014 h 4939827"/>
              <a:gd name="connsiteX74" fmla="*/ 11621735 w 12192000"/>
              <a:gd name="connsiteY74" fmla="*/ 789584 h 4939827"/>
              <a:gd name="connsiteX75" fmla="*/ 11691200 w 12192000"/>
              <a:gd name="connsiteY75" fmla="*/ 867902 h 4939827"/>
              <a:gd name="connsiteX76" fmla="*/ 11819427 w 12192000"/>
              <a:gd name="connsiteY76" fmla="*/ 911634 h 4939827"/>
              <a:gd name="connsiteX77" fmla="*/ 11969720 w 12192000"/>
              <a:gd name="connsiteY77" fmla="*/ 964737 h 4939827"/>
              <a:gd name="connsiteX78" fmla="*/ 12055766 w 12192000"/>
              <a:gd name="connsiteY78" fmla="*/ 991268 h 4939827"/>
              <a:gd name="connsiteX79" fmla="*/ 12171539 w 12192000"/>
              <a:gd name="connsiteY79" fmla="*/ 995427 h 4939827"/>
              <a:gd name="connsiteX80" fmla="*/ 12187831 w 12192000"/>
              <a:gd name="connsiteY80" fmla="*/ 996580 h 4939827"/>
              <a:gd name="connsiteX81" fmla="*/ 12192000 w 12192000"/>
              <a:gd name="connsiteY81" fmla="*/ 996726 h 4939827"/>
              <a:gd name="connsiteX82" fmla="*/ 12192000 w 12192000"/>
              <a:gd name="connsiteY82" fmla="*/ 4939827 h 4939827"/>
              <a:gd name="connsiteX83" fmla="*/ 0 w 12192000"/>
              <a:gd name="connsiteY83" fmla="*/ 4939827 h 4939827"/>
              <a:gd name="connsiteX84" fmla="*/ 0 w 12192000"/>
              <a:gd name="connsiteY84" fmla="*/ 512043 h 4939827"/>
              <a:gd name="connsiteX85" fmla="*/ 7381 w 12192000"/>
              <a:gd name="connsiteY85" fmla="*/ 512580 h 4939827"/>
              <a:gd name="connsiteX86" fmla="*/ 100029 w 12192000"/>
              <a:gd name="connsiteY86" fmla="*/ 504758 h 4939827"/>
              <a:gd name="connsiteX87" fmla="*/ 155244 w 12192000"/>
              <a:gd name="connsiteY87" fmla="*/ 525130 h 4939827"/>
              <a:gd name="connsiteX88" fmla="*/ 254366 w 12192000"/>
              <a:gd name="connsiteY88" fmla="*/ 534449 h 4939827"/>
              <a:gd name="connsiteX89" fmla="*/ 447292 w 12192000"/>
              <a:gd name="connsiteY89" fmla="*/ 542725 h 4939827"/>
              <a:gd name="connsiteX90" fmla="*/ 628105 w 12192000"/>
              <a:gd name="connsiteY90" fmla="*/ 547853 h 4939827"/>
              <a:gd name="connsiteX91" fmla="*/ 783146 w 12192000"/>
              <a:gd name="connsiteY91" fmla="*/ 591799 h 4939827"/>
              <a:gd name="connsiteX92" fmla="*/ 1043676 w 12192000"/>
              <a:gd name="connsiteY92" fmla="*/ 591887 h 4939827"/>
              <a:gd name="connsiteX93" fmla="*/ 1281816 w 12192000"/>
              <a:gd name="connsiteY93" fmla="*/ 520946 h 4939827"/>
              <a:gd name="connsiteX94" fmla="*/ 1486347 w 12192000"/>
              <a:gd name="connsiteY94" fmla="*/ 487310 h 4939827"/>
              <a:gd name="connsiteX95" fmla="*/ 1568079 w 12192000"/>
              <a:gd name="connsiteY95" fmla="*/ 462531 h 4939827"/>
              <a:gd name="connsiteX96" fmla="*/ 1622516 w 12192000"/>
              <a:gd name="connsiteY96" fmla="*/ 466058 h 4939827"/>
              <a:gd name="connsiteX97" fmla="*/ 1655457 w 12192000"/>
              <a:gd name="connsiteY97" fmla="*/ 465359 h 4939827"/>
              <a:gd name="connsiteX98" fmla="*/ 1717454 w 12192000"/>
              <a:gd name="connsiteY98" fmla="*/ 417203 h 4939827"/>
              <a:gd name="connsiteX99" fmla="*/ 1913794 w 12192000"/>
              <a:gd name="connsiteY99" fmla="*/ 365255 h 4939827"/>
              <a:gd name="connsiteX100" fmla="*/ 2129762 w 12192000"/>
              <a:gd name="connsiteY100" fmla="*/ 367832 h 4939827"/>
              <a:gd name="connsiteX101" fmla="*/ 2376970 w 12192000"/>
              <a:gd name="connsiteY101" fmla="*/ 350129 h 4939827"/>
              <a:gd name="connsiteX102" fmla="*/ 2480155 w 12192000"/>
              <a:gd name="connsiteY102" fmla="*/ 359227 h 4939827"/>
              <a:gd name="connsiteX103" fmla="*/ 2586782 w 12192000"/>
              <a:gd name="connsiteY103" fmla="*/ 339352 h 4939827"/>
              <a:gd name="connsiteX104" fmla="*/ 2679617 w 12192000"/>
              <a:gd name="connsiteY104" fmla="*/ 305383 h 4939827"/>
              <a:gd name="connsiteX105" fmla="*/ 2788947 w 12192000"/>
              <a:gd name="connsiteY105" fmla="*/ 250375 h 4939827"/>
              <a:gd name="connsiteX106" fmla="*/ 2965530 w 12192000"/>
              <a:gd name="connsiteY106" fmla="*/ 245958 h 4939827"/>
              <a:gd name="connsiteX107" fmla="*/ 3103677 w 12192000"/>
              <a:gd name="connsiteY107" fmla="*/ 209527 h 4939827"/>
              <a:gd name="connsiteX108" fmla="*/ 3126759 w 12192000"/>
              <a:gd name="connsiteY108" fmla="*/ 211226 h 4939827"/>
              <a:gd name="connsiteX109" fmla="*/ 3164020 w 12192000"/>
              <a:gd name="connsiteY109" fmla="*/ 212779 h 4939827"/>
              <a:gd name="connsiteX110" fmla="*/ 3285019 w 12192000"/>
              <a:gd name="connsiteY110" fmla="*/ 220535 h 4939827"/>
              <a:gd name="connsiteX111" fmla="*/ 3365154 w 12192000"/>
              <a:gd name="connsiteY111" fmla="*/ 226416 h 4939827"/>
              <a:gd name="connsiteX112" fmla="*/ 3367507 w 12192000"/>
              <a:gd name="connsiteY112" fmla="*/ 225416 h 4939827"/>
              <a:gd name="connsiteX113" fmla="*/ 3387567 w 12192000"/>
              <a:gd name="connsiteY113" fmla="*/ 227103 h 4939827"/>
              <a:gd name="connsiteX114" fmla="*/ 3498001 w 12192000"/>
              <a:gd name="connsiteY114" fmla="*/ 231941 h 4939827"/>
              <a:gd name="connsiteX115" fmla="*/ 3561557 w 12192000"/>
              <a:gd name="connsiteY115" fmla="*/ 228095 h 4939827"/>
              <a:gd name="connsiteX116" fmla="*/ 3611920 w 12192000"/>
              <a:gd name="connsiteY116" fmla="*/ 218094 h 4939827"/>
              <a:gd name="connsiteX117" fmla="*/ 3620528 w 12192000"/>
              <a:gd name="connsiteY117" fmla="*/ 218788 h 4939827"/>
              <a:gd name="connsiteX118" fmla="*/ 3620766 w 12192000"/>
              <a:gd name="connsiteY118" fmla="*/ 218511 h 4939827"/>
              <a:gd name="connsiteX119" fmla="*/ 3629977 w 12192000"/>
              <a:gd name="connsiteY119" fmla="*/ 218664 h 4939827"/>
              <a:gd name="connsiteX120" fmla="*/ 3636217 w 12192000"/>
              <a:gd name="connsiteY120" fmla="*/ 220048 h 4939827"/>
              <a:gd name="connsiteX121" fmla="*/ 3709484 w 12192000"/>
              <a:gd name="connsiteY121" fmla="*/ 186927 h 4939827"/>
              <a:gd name="connsiteX122" fmla="*/ 3761342 w 12192000"/>
              <a:gd name="connsiteY122" fmla="*/ 177474 h 4939827"/>
              <a:gd name="connsiteX123" fmla="*/ 3799748 w 12192000"/>
              <a:gd name="connsiteY123" fmla="*/ 167154 h 4939827"/>
              <a:gd name="connsiteX124" fmla="*/ 3922756 w 12192000"/>
              <a:gd name="connsiteY124" fmla="*/ 194044 h 4939827"/>
              <a:gd name="connsiteX125" fmla="*/ 4028476 w 12192000"/>
              <a:gd name="connsiteY125" fmla="*/ 223679 h 4939827"/>
              <a:gd name="connsiteX126" fmla="*/ 4191582 w 12192000"/>
              <a:gd name="connsiteY126" fmla="*/ 238952 h 4939827"/>
              <a:gd name="connsiteX127" fmla="*/ 4251024 w 12192000"/>
              <a:gd name="connsiteY127" fmla="*/ 240874 h 4939827"/>
              <a:gd name="connsiteX128" fmla="*/ 4355275 w 12192000"/>
              <a:gd name="connsiteY128" fmla="*/ 260205 h 4939827"/>
              <a:gd name="connsiteX129" fmla="*/ 4423807 w 12192000"/>
              <a:gd name="connsiteY129" fmla="*/ 270366 h 4939827"/>
              <a:gd name="connsiteX130" fmla="*/ 4558432 w 12192000"/>
              <a:gd name="connsiteY130" fmla="*/ 269194 h 4939827"/>
              <a:gd name="connsiteX131" fmla="*/ 4635061 w 12192000"/>
              <a:gd name="connsiteY131" fmla="*/ 280682 h 4939827"/>
              <a:gd name="connsiteX132" fmla="*/ 4807427 w 12192000"/>
              <a:gd name="connsiteY132" fmla="*/ 276835 h 4939827"/>
              <a:gd name="connsiteX133" fmla="*/ 5028933 w 12192000"/>
              <a:gd name="connsiteY133" fmla="*/ 183887 h 4939827"/>
              <a:gd name="connsiteX134" fmla="*/ 5093642 w 12192000"/>
              <a:gd name="connsiteY134" fmla="*/ 177214 h 4939827"/>
              <a:gd name="connsiteX135" fmla="*/ 5102642 w 12192000"/>
              <a:gd name="connsiteY135" fmla="*/ 186816 h 4939827"/>
              <a:gd name="connsiteX136" fmla="*/ 5193590 w 12192000"/>
              <a:gd name="connsiteY136" fmla="*/ 156458 h 4939827"/>
              <a:gd name="connsiteX137" fmla="*/ 5323922 w 12192000"/>
              <a:gd name="connsiteY137" fmla="*/ 146332 h 4939827"/>
              <a:gd name="connsiteX138" fmla="*/ 5421860 w 12192000"/>
              <a:gd name="connsiteY138" fmla="*/ 167298 h 4939827"/>
              <a:gd name="connsiteX139" fmla="*/ 5476948 w 12192000"/>
              <a:gd name="connsiteY139" fmla="*/ 173249 h 4939827"/>
              <a:gd name="connsiteX140" fmla="*/ 5516842 w 12192000"/>
              <a:gd name="connsiteY140" fmla="*/ 184018 h 4939827"/>
              <a:gd name="connsiteX141" fmla="*/ 5619415 w 12192000"/>
              <a:gd name="connsiteY141" fmla="*/ 176781 h 4939827"/>
              <a:gd name="connsiteX142" fmla="*/ 5789867 w 12192000"/>
              <a:gd name="connsiteY142" fmla="*/ 150304 h 4939827"/>
              <a:gd name="connsiteX143" fmla="*/ 5825953 w 12192000"/>
              <a:gd name="connsiteY143" fmla="*/ 147907 h 4939827"/>
              <a:gd name="connsiteX144" fmla="*/ 5856168 w 12192000"/>
              <a:gd name="connsiteY144" fmla="*/ 158719 h 4939827"/>
              <a:gd name="connsiteX145" fmla="*/ 5862476 w 12192000"/>
              <a:gd name="connsiteY145" fmla="*/ 172447 h 4939827"/>
              <a:gd name="connsiteX146" fmla="*/ 5882195 w 12192000"/>
              <a:gd name="connsiteY146" fmla="*/ 173195 h 4939827"/>
              <a:gd name="connsiteX147" fmla="*/ 5952585 w 12192000"/>
              <a:gd name="connsiteY147" fmla="*/ 161012 h 4939827"/>
              <a:gd name="connsiteX148" fmla="*/ 6001964 w 12192000"/>
              <a:gd name="connsiteY148" fmla="*/ 154786 h 4939827"/>
              <a:gd name="connsiteX149" fmla="*/ 6184207 w 12192000"/>
              <a:gd name="connsiteY149" fmla="*/ 132658 h 4939827"/>
              <a:gd name="connsiteX150" fmla="*/ 6415830 w 12192000"/>
              <a:gd name="connsiteY150" fmla="*/ 136006 h 4939827"/>
              <a:gd name="connsiteX151" fmla="*/ 6756965 w 12192000"/>
              <a:gd name="connsiteY151" fmla="*/ 57636 h 4939827"/>
              <a:gd name="connsiteX152" fmla="*/ 6819400 w 12192000"/>
              <a:gd name="connsiteY152" fmla="*/ 30742 h 4939827"/>
              <a:gd name="connsiteX153" fmla="*/ 6986370 w 12192000"/>
              <a:gd name="connsiteY153" fmla="*/ 12659 h 4939827"/>
              <a:gd name="connsiteX154" fmla="*/ 6989536 w 12192000"/>
              <a:gd name="connsiteY154" fmla="*/ 14528 h 4939827"/>
              <a:gd name="connsiteX155" fmla="*/ 7015933 w 12192000"/>
              <a:gd name="connsiteY155" fmla="*/ 9653 h 4939827"/>
              <a:gd name="connsiteX156" fmla="*/ 7020592 w 12192000"/>
              <a:gd name="connsiteY156" fmla="*/ 1651 h 4939827"/>
              <a:gd name="connsiteX157" fmla="*/ 7025905 w 12192000"/>
              <a:gd name="connsiteY15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58681 w 12192000"/>
              <a:gd name="connsiteY16" fmla="*/ 219431 h 4939827"/>
              <a:gd name="connsiteX17" fmla="*/ 8126175 w 12192000"/>
              <a:gd name="connsiteY17" fmla="*/ 240005 h 4939827"/>
              <a:gd name="connsiteX18" fmla="*/ 8281371 w 12192000"/>
              <a:gd name="connsiteY18" fmla="*/ 256875 h 4939827"/>
              <a:gd name="connsiteX19" fmla="*/ 8381609 w 12192000"/>
              <a:gd name="connsiteY19" fmla="*/ 240618 h 4939827"/>
              <a:gd name="connsiteX20" fmla="*/ 8406759 w 12192000"/>
              <a:gd name="connsiteY20" fmla="*/ 232517 h 4939827"/>
              <a:gd name="connsiteX21" fmla="*/ 8426506 w 12192000"/>
              <a:gd name="connsiteY21" fmla="*/ 241842 h 4939827"/>
              <a:gd name="connsiteX22" fmla="*/ 8427949 w 12192000"/>
              <a:gd name="connsiteY22" fmla="*/ 240981 h 4939827"/>
              <a:gd name="connsiteX23" fmla="*/ 8441468 w 12192000"/>
              <a:gd name="connsiteY23" fmla="*/ 241157 h 4939827"/>
              <a:gd name="connsiteX24" fmla="*/ 8565757 w 12192000"/>
              <a:gd name="connsiteY24" fmla="*/ 255317 h 4939827"/>
              <a:gd name="connsiteX25" fmla="*/ 8573171 w 12192000"/>
              <a:gd name="connsiteY25" fmla="*/ 258426 h 4939827"/>
              <a:gd name="connsiteX26" fmla="*/ 8573548 w 12192000"/>
              <a:gd name="connsiteY26" fmla="*/ 258241 h 4939827"/>
              <a:gd name="connsiteX27" fmla="*/ 8622021 w 12192000"/>
              <a:gd name="connsiteY27" fmla="*/ 261028 h 4939827"/>
              <a:gd name="connsiteX28" fmla="*/ 8672650 w 12192000"/>
              <a:gd name="connsiteY28" fmla="*/ 254821 h 4939827"/>
              <a:gd name="connsiteX29" fmla="*/ 8785543 w 12192000"/>
              <a:gd name="connsiteY29" fmla="*/ 263406 h 4939827"/>
              <a:gd name="connsiteX30" fmla="*/ 8830588 w 12192000"/>
              <a:gd name="connsiteY30" fmla="*/ 265483 h 4939827"/>
              <a:gd name="connsiteX31" fmla="*/ 8905142 w 12192000"/>
              <a:gd name="connsiteY31" fmla="*/ 264958 h 4939827"/>
              <a:gd name="connsiteX32" fmla="*/ 8968582 w 12192000"/>
              <a:gd name="connsiteY32" fmla="*/ 262728 h 4939827"/>
              <a:gd name="connsiteX33" fmla="*/ 8972994 w 12192000"/>
              <a:gd name="connsiteY33" fmla="*/ 263284 h 4939827"/>
              <a:gd name="connsiteX34" fmla="*/ 9004605 w 12192000"/>
              <a:gd name="connsiteY34" fmla="*/ 258041 h 4939827"/>
              <a:gd name="connsiteX35" fmla="*/ 9016165 w 12192000"/>
              <a:gd name="connsiteY35" fmla="*/ 261258 h 4939827"/>
              <a:gd name="connsiteX36" fmla="*/ 9043297 w 12192000"/>
              <a:gd name="connsiteY36" fmla="*/ 281547 h 4939827"/>
              <a:gd name="connsiteX37" fmla="*/ 9048315 w 12192000"/>
              <a:gd name="connsiteY37" fmla="*/ 279264 h 4939827"/>
              <a:gd name="connsiteX38" fmla="*/ 9054706 w 12192000"/>
              <a:gd name="connsiteY38" fmla="*/ 278538 h 4939827"/>
              <a:gd name="connsiteX39" fmla="*/ 9070919 w 12192000"/>
              <a:gd name="connsiteY39" fmla="*/ 281810 h 4939827"/>
              <a:gd name="connsiteX40" fmla="*/ 9076813 w 12192000"/>
              <a:gd name="connsiteY40" fmla="*/ 283909 h 4939827"/>
              <a:gd name="connsiteX41" fmla="*/ 9085871 w 12192000"/>
              <a:gd name="connsiteY41" fmla="*/ 285133 h 4939827"/>
              <a:gd name="connsiteX42" fmla="*/ 9086159 w 12192000"/>
              <a:gd name="connsiteY42" fmla="*/ 284887 h 4939827"/>
              <a:gd name="connsiteX43" fmla="*/ 9134606 w 12192000"/>
              <a:gd name="connsiteY43" fmla="*/ 288168 h 4939827"/>
              <a:gd name="connsiteX44" fmla="*/ 9195590 w 12192000"/>
              <a:gd name="connsiteY44" fmla="*/ 279568 h 4939827"/>
              <a:gd name="connsiteX45" fmla="*/ 9219336 w 12192000"/>
              <a:gd name="connsiteY45" fmla="*/ 278133 h 4939827"/>
              <a:gd name="connsiteX46" fmla="*/ 9232362 w 12192000"/>
              <a:gd name="connsiteY46" fmla="*/ 275894 h 4939827"/>
              <a:gd name="connsiteX47" fmla="*/ 9283638 w 12192000"/>
              <a:gd name="connsiteY47" fmla="*/ 299924 h 4939827"/>
              <a:gd name="connsiteX48" fmla="*/ 9371484 w 12192000"/>
              <a:gd name="connsiteY48" fmla="*/ 329634 h 4939827"/>
              <a:gd name="connsiteX49" fmla="*/ 9404829 w 12192000"/>
              <a:gd name="connsiteY49" fmla="*/ 339038 h 4939827"/>
              <a:gd name="connsiteX50" fmla="*/ 9427021 w 12192000"/>
              <a:gd name="connsiteY50" fmla="*/ 358784 h 4939827"/>
              <a:gd name="connsiteX51" fmla="*/ 9670844 w 12192000"/>
              <a:gd name="connsiteY51" fmla="*/ 405128 h 4939827"/>
              <a:gd name="connsiteX52" fmla="*/ 9816083 w 12192000"/>
              <a:gd name="connsiteY52" fmla="*/ 416573 h 4939827"/>
              <a:gd name="connsiteX53" fmla="*/ 9936741 w 12192000"/>
              <a:gd name="connsiteY53" fmla="*/ 437044 h 4939827"/>
              <a:gd name="connsiteX54" fmla="*/ 10050093 w 12192000"/>
              <a:gd name="connsiteY54" fmla="*/ 443783 h 4939827"/>
              <a:gd name="connsiteX55" fmla="*/ 10130090 w 12192000"/>
              <a:gd name="connsiteY55" fmla="*/ 459520 h 4939827"/>
              <a:gd name="connsiteX56" fmla="*/ 10173456 w 12192000"/>
              <a:gd name="connsiteY56" fmla="*/ 457749 h 4939827"/>
              <a:gd name="connsiteX57" fmla="*/ 10218232 w 12192000"/>
              <a:gd name="connsiteY57" fmla="*/ 459820 h 4939827"/>
              <a:gd name="connsiteX58" fmla="*/ 10354176 w 12192000"/>
              <a:gd name="connsiteY58" fmla="*/ 471377 h 4939827"/>
              <a:gd name="connsiteX59" fmla="*/ 10430681 w 12192000"/>
              <a:gd name="connsiteY59" fmla="*/ 481226 h 4939827"/>
              <a:gd name="connsiteX60" fmla="*/ 10478169 w 12192000"/>
              <a:gd name="connsiteY60" fmla="*/ 481774 h 4939827"/>
              <a:gd name="connsiteX61" fmla="*/ 10540907 w 12192000"/>
              <a:gd name="connsiteY61" fmla="*/ 485607 h 4939827"/>
              <a:gd name="connsiteX62" fmla="*/ 10614941 w 12192000"/>
              <a:gd name="connsiteY62" fmla="*/ 487592 h 4939827"/>
              <a:gd name="connsiteX63" fmla="*/ 10674098 w 12192000"/>
              <a:gd name="connsiteY63" fmla="*/ 521656 h 4939827"/>
              <a:gd name="connsiteX64" fmla="*/ 10874834 w 12192000"/>
              <a:gd name="connsiteY64" fmla="*/ 574867 h 4939827"/>
              <a:gd name="connsiteX65" fmla="*/ 10944981 w 12192000"/>
              <a:gd name="connsiteY65" fmla="*/ 615042 h 4939827"/>
              <a:gd name="connsiteX66" fmla="*/ 11006376 w 12192000"/>
              <a:gd name="connsiteY66" fmla="*/ 645957 h 4939827"/>
              <a:gd name="connsiteX67" fmla="*/ 11076308 w 12192000"/>
              <a:gd name="connsiteY67" fmla="*/ 675698 h 4939827"/>
              <a:gd name="connsiteX68" fmla="*/ 11148789 w 12192000"/>
              <a:gd name="connsiteY68" fmla="*/ 685041 h 4939827"/>
              <a:gd name="connsiteX69" fmla="*/ 11249129 w 12192000"/>
              <a:gd name="connsiteY69" fmla="*/ 684218 h 4939827"/>
              <a:gd name="connsiteX70" fmla="*/ 11299915 w 12192000"/>
              <a:gd name="connsiteY70" fmla="*/ 692177 h 4939827"/>
              <a:gd name="connsiteX71" fmla="*/ 11386973 w 12192000"/>
              <a:gd name="connsiteY71" fmla="*/ 708209 h 4939827"/>
              <a:gd name="connsiteX72" fmla="*/ 11500105 w 12192000"/>
              <a:gd name="connsiteY72" fmla="*/ 735014 h 4939827"/>
              <a:gd name="connsiteX73" fmla="*/ 11621735 w 12192000"/>
              <a:gd name="connsiteY73" fmla="*/ 789584 h 4939827"/>
              <a:gd name="connsiteX74" fmla="*/ 11691200 w 12192000"/>
              <a:gd name="connsiteY74" fmla="*/ 867902 h 4939827"/>
              <a:gd name="connsiteX75" fmla="*/ 11819427 w 12192000"/>
              <a:gd name="connsiteY75" fmla="*/ 911634 h 4939827"/>
              <a:gd name="connsiteX76" fmla="*/ 11969720 w 12192000"/>
              <a:gd name="connsiteY76" fmla="*/ 964737 h 4939827"/>
              <a:gd name="connsiteX77" fmla="*/ 12055766 w 12192000"/>
              <a:gd name="connsiteY77" fmla="*/ 991268 h 4939827"/>
              <a:gd name="connsiteX78" fmla="*/ 12171539 w 12192000"/>
              <a:gd name="connsiteY78" fmla="*/ 995427 h 4939827"/>
              <a:gd name="connsiteX79" fmla="*/ 12187831 w 12192000"/>
              <a:gd name="connsiteY79" fmla="*/ 996580 h 4939827"/>
              <a:gd name="connsiteX80" fmla="*/ 12192000 w 12192000"/>
              <a:gd name="connsiteY80" fmla="*/ 996726 h 4939827"/>
              <a:gd name="connsiteX81" fmla="*/ 12192000 w 12192000"/>
              <a:gd name="connsiteY81" fmla="*/ 4939827 h 4939827"/>
              <a:gd name="connsiteX82" fmla="*/ 0 w 12192000"/>
              <a:gd name="connsiteY82" fmla="*/ 4939827 h 4939827"/>
              <a:gd name="connsiteX83" fmla="*/ 0 w 12192000"/>
              <a:gd name="connsiteY83" fmla="*/ 512043 h 4939827"/>
              <a:gd name="connsiteX84" fmla="*/ 7381 w 12192000"/>
              <a:gd name="connsiteY84" fmla="*/ 512580 h 4939827"/>
              <a:gd name="connsiteX85" fmla="*/ 100029 w 12192000"/>
              <a:gd name="connsiteY85" fmla="*/ 504758 h 4939827"/>
              <a:gd name="connsiteX86" fmla="*/ 155244 w 12192000"/>
              <a:gd name="connsiteY86" fmla="*/ 525130 h 4939827"/>
              <a:gd name="connsiteX87" fmla="*/ 254366 w 12192000"/>
              <a:gd name="connsiteY87" fmla="*/ 534449 h 4939827"/>
              <a:gd name="connsiteX88" fmla="*/ 447292 w 12192000"/>
              <a:gd name="connsiteY88" fmla="*/ 542725 h 4939827"/>
              <a:gd name="connsiteX89" fmla="*/ 628105 w 12192000"/>
              <a:gd name="connsiteY89" fmla="*/ 547853 h 4939827"/>
              <a:gd name="connsiteX90" fmla="*/ 783146 w 12192000"/>
              <a:gd name="connsiteY90" fmla="*/ 591799 h 4939827"/>
              <a:gd name="connsiteX91" fmla="*/ 1043676 w 12192000"/>
              <a:gd name="connsiteY91" fmla="*/ 591887 h 4939827"/>
              <a:gd name="connsiteX92" fmla="*/ 1281816 w 12192000"/>
              <a:gd name="connsiteY92" fmla="*/ 520946 h 4939827"/>
              <a:gd name="connsiteX93" fmla="*/ 1486347 w 12192000"/>
              <a:gd name="connsiteY93" fmla="*/ 487310 h 4939827"/>
              <a:gd name="connsiteX94" fmla="*/ 1568079 w 12192000"/>
              <a:gd name="connsiteY94" fmla="*/ 462531 h 4939827"/>
              <a:gd name="connsiteX95" fmla="*/ 1622516 w 12192000"/>
              <a:gd name="connsiteY95" fmla="*/ 466058 h 4939827"/>
              <a:gd name="connsiteX96" fmla="*/ 1655457 w 12192000"/>
              <a:gd name="connsiteY96" fmla="*/ 465359 h 4939827"/>
              <a:gd name="connsiteX97" fmla="*/ 1717454 w 12192000"/>
              <a:gd name="connsiteY97" fmla="*/ 417203 h 4939827"/>
              <a:gd name="connsiteX98" fmla="*/ 1913794 w 12192000"/>
              <a:gd name="connsiteY98" fmla="*/ 365255 h 4939827"/>
              <a:gd name="connsiteX99" fmla="*/ 2129762 w 12192000"/>
              <a:gd name="connsiteY99" fmla="*/ 367832 h 4939827"/>
              <a:gd name="connsiteX100" fmla="*/ 2376970 w 12192000"/>
              <a:gd name="connsiteY100" fmla="*/ 350129 h 4939827"/>
              <a:gd name="connsiteX101" fmla="*/ 2480155 w 12192000"/>
              <a:gd name="connsiteY101" fmla="*/ 359227 h 4939827"/>
              <a:gd name="connsiteX102" fmla="*/ 2586782 w 12192000"/>
              <a:gd name="connsiteY102" fmla="*/ 339352 h 4939827"/>
              <a:gd name="connsiteX103" fmla="*/ 2679617 w 12192000"/>
              <a:gd name="connsiteY103" fmla="*/ 305383 h 4939827"/>
              <a:gd name="connsiteX104" fmla="*/ 2788947 w 12192000"/>
              <a:gd name="connsiteY104" fmla="*/ 250375 h 4939827"/>
              <a:gd name="connsiteX105" fmla="*/ 2965530 w 12192000"/>
              <a:gd name="connsiteY105" fmla="*/ 245958 h 4939827"/>
              <a:gd name="connsiteX106" fmla="*/ 3103677 w 12192000"/>
              <a:gd name="connsiteY106" fmla="*/ 209527 h 4939827"/>
              <a:gd name="connsiteX107" fmla="*/ 3126759 w 12192000"/>
              <a:gd name="connsiteY107" fmla="*/ 211226 h 4939827"/>
              <a:gd name="connsiteX108" fmla="*/ 3164020 w 12192000"/>
              <a:gd name="connsiteY108" fmla="*/ 212779 h 4939827"/>
              <a:gd name="connsiteX109" fmla="*/ 3285019 w 12192000"/>
              <a:gd name="connsiteY109" fmla="*/ 220535 h 4939827"/>
              <a:gd name="connsiteX110" fmla="*/ 3365154 w 12192000"/>
              <a:gd name="connsiteY110" fmla="*/ 226416 h 4939827"/>
              <a:gd name="connsiteX111" fmla="*/ 3367507 w 12192000"/>
              <a:gd name="connsiteY111" fmla="*/ 225416 h 4939827"/>
              <a:gd name="connsiteX112" fmla="*/ 3387567 w 12192000"/>
              <a:gd name="connsiteY112" fmla="*/ 227103 h 4939827"/>
              <a:gd name="connsiteX113" fmla="*/ 3498001 w 12192000"/>
              <a:gd name="connsiteY113" fmla="*/ 231941 h 4939827"/>
              <a:gd name="connsiteX114" fmla="*/ 3561557 w 12192000"/>
              <a:gd name="connsiteY114" fmla="*/ 228095 h 4939827"/>
              <a:gd name="connsiteX115" fmla="*/ 3611920 w 12192000"/>
              <a:gd name="connsiteY115" fmla="*/ 218094 h 4939827"/>
              <a:gd name="connsiteX116" fmla="*/ 3620528 w 12192000"/>
              <a:gd name="connsiteY116" fmla="*/ 218788 h 4939827"/>
              <a:gd name="connsiteX117" fmla="*/ 3620766 w 12192000"/>
              <a:gd name="connsiteY117" fmla="*/ 218511 h 4939827"/>
              <a:gd name="connsiteX118" fmla="*/ 3629977 w 12192000"/>
              <a:gd name="connsiteY118" fmla="*/ 218664 h 4939827"/>
              <a:gd name="connsiteX119" fmla="*/ 3636217 w 12192000"/>
              <a:gd name="connsiteY119" fmla="*/ 220048 h 4939827"/>
              <a:gd name="connsiteX120" fmla="*/ 3709484 w 12192000"/>
              <a:gd name="connsiteY120" fmla="*/ 186927 h 4939827"/>
              <a:gd name="connsiteX121" fmla="*/ 3761342 w 12192000"/>
              <a:gd name="connsiteY121" fmla="*/ 177474 h 4939827"/>
              <a:gd name="connsiteX122" fmla="*/ 3799748 w 12192000"/>
              <a:gd name="connsiteY122" fmla="*/ 167154 h 4939827"/>
              <a:gd name="connsiteX123" fmla="*/ 3922756 w 12192000"/>
              <a:gd name="connsiteY123" fmla="*/ 194044 h 4939827"/>
              <a:gd name="connsiteX124" fmla="*/ 4028476 w 12192000"/>
              <a:gd name="connsiteY124" fmla="*/ 223679 h 4939827"/>
              <a:gd name="connsiteX125" fmla="*/ 4191582 w 12192000"/>
              <a:gd name="connsiteY125" fmla="*/ 238952 h 4939827"/>
              <a:gd name="connsiteX126" fmla="*/ 4251024 w 12192000"/>
              <a:gd name="connsiteY126" fmla="*/ 240874 h 4939827"/>
              <a:gd name="connsiteX127" fmla="*/ 4355275 w 12192000"/>
              <a:gd name="connsiteY127" fmla="*/ 260205 h 4939827"/>
              <a:gd name="connsiteX128" fmla="*/ 4423807 w 12192000"/>
              <a:gd name="connsiteY128" fmla="*/ 270366 h 4939827"/>
              <a:gd name="connsiteX129" fmla="*/ 4558432 w 12192000"/>
              <a:gd name="connsiteY129" fmla="*/ 269194 h 4939827"/>
              <a:gd name="connsiteX130" fmla="*/ 4635061 w 12192000"/>
              <a:gd name="connsiteY130" fmla="*/ 280682 h 4939827"/>
              <a:gd name="connsiteX131" fmla="*/ 4807427 w 12192000"/>
              <a:gd name="connsiteY131" fmla="*/ 276835 h 4939827"/>
              <a:gd name="connsiteX132" fmla="*/ 5028933 w 12192000"/>
              <a:gd name="connsiteY132" fmla="*/ 183887 h 4939827"/>
              <a:gd name="connsiteX133" fmla="*/ 5093642 w 12192000"/>
              <a:gd name="connsiteY133" fmla="*/ 177214 h 4939827"/>
              <a:gd name="connsiteX134" fmla="*/ 5102642 w 12192000"/>
              <a:gd name="connsiteY134" fmla="*/ 186816 h 4939827"/>
              <a:gd name="connsiteX135" fmla="*/ 5193590 w 12192000"/>
              <a:gd name="connsiteY135" fmla="*/ 156458 h 4939827"/>
              <a:gd name="connsiteX136" fmla="*/ 5323922 w 12192000"/>
              <a:gd name="connsiteY136" fmla="*/ 146332 h 4939827"/>
              <a:gd name="connsiteX137" fmla="*/ 5421860 w 12192000"/>
              <a:gd name="connsiteY137" fmla="*/ 167298 h 4939827"/>
              <a:gd name="connsiteX138" fmla="*/ 5476948 w 12192000"/>
              <a:gd name="connsiteY138" fmla="*/ 173249 h 4939827"/>
              <a:gd name="connsiteX139" fmla="*/ 5516842 w 12192000"/>
              <a:gd name="connsiteY139" fmla="*/ 184018 h 4939827"/>
              <a:gd name="connsiteX140" fmla="*/ 5619415 w 12192000"/>
              <a:gd name="connsiteY140" fmla="*/ 176781 h 4939827"/>
              <a:gd name="connsiteX141" fmla="*/ 5789867 w 12192000"/>
              <a:gd name="connsiteY141" fmla="*/ 150304 h 4939827"/>
              <a:gd name="connsiteX142" fmla="*/ 5825953 w 12192000"/>
              <a:gd name="connsiteY142" fmla="*/ 147907 h 4939827"/>
              <a:gd name="connsiteX143" fmla="*/ 5856168 w 12192000"/>
              <a:gd name="connsiteY143" fmla="*/ 158719 h 4939827"/>
              <a:gd name="connsiteX144" fmla="*/ 5862476 w 12192000"/>
              <a:gd name="connsiteY144" fmla="*/ 172447 h 4939827"/>
              <a:gd name="connsiteX145" fmla="*/ 5882195 w 12192000"/>
              <a:gd name="connsiteY145" fmla="*/ 173195 h 4939827"/>
              <a:gd name="connsiteX146" fmla="*/ 5952585 w 12192000"/>
              <a:gd name="connsiteY146" fmla="*/ 161012 h 4939827"/>
              <a:gd name="connsiteX147" fmla="*/ 6001964 w 12192000"/>
              <a:gd name="connsiteY147" fmla="*/ 154786 h 4939827"/>
              <a:gd name="connsiteX148" fmla="*/ 6184207 w 12192000"/>
              <a:gd name="connsiteY148" fmla="*/ 132658 h 4939827"/>
              <a:gd name="connsiteX149" fmla="*/ 6415830 w 12192000"/>
              <a:gd name="connsiteY149" fmla="*/ 136006 h 4939827"/>
              <a:gd name="connsiteX150" fmla="*/ 6756965 w 12192000"/>
              <a:gd name="connsiteY150" fmla="*/ 57636 h 4939827"/>
              <a:gd name="connsiteX151" fmla="*/ 6819400 w 12192000"/>
              <a:gd name="connsiteY151" fmla="*/ 30742 h 4939827"/>
              <a:gd name="connsiteX152" fmla="*/ 6986370 w 12192000"/>
              <a:gd name="connsiteY152" fmla="*/ 12659 h 4939827"/>
              <a:gd name="connsiteX153" fmla="*/ 6989536 w 12192000"/>
              <a:gd name="connsiteY153" fmla="*/ 14528 h 4939827"/>
              <a:gd name="connsiteX154" fmla="*/ 7015933 w 12192000"/>
              <a:gd name="connsiteY154" fmla="*/ 9653 h 4939827"/>
              <a:gd name="connsiteX155" fmla="*/ 7020592 w 12192000"/>
              <a:gd name="connsiteY155" fmla="*/ 1651 h 4939827"/>
              <a:gd name="connsiteX156" fmla="*/ 7025905 w 12192000"/>
              <a:gd name="connsiteY156" fmla="*/ 0 h 493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12192000" h="4939827">
                <a:moveTo>
                  <a:pt x="7025905" y="0"/>
                </a:moveTo>
                <a:lnTo>
                  <a:pt x="7032579" y="2808"/>
                </a:lnTo>
                <a:cubicBezTo>
                  <a:pt x="7044119" y="6590"/>
                  <a:pt x="7059062" y="10207"/>
                  <a:pt x="7079505" y="12971"/>
                </a:cubicBezTo>
                <a:cubicBezTo>
                  <a:pt x="7111522" y="10537"/>
                  <a:pt x="7122591" y="11519"/>
                  <a:pt x="7158791" y="12462"/>
                </a:cubicBezTo>
                <a:lnTo>
                  <a:pt x="7233338" y="24846"/>
                </a:lnTo>
                <a:cubicBezTo>
                  <a:pt x="7247177" y="23787"/>
                  <a:pt x="7254856" y="25962"/>
                  <a:pt x="7259791" y="29557"/>
                </a:cubicBezTo>
                <a:lnTo>
                  <a:pt x="7263923" y="35029"/>
                </a:lnTo>
                <a:lnTo>
                  <a:pt x="7281549" y="39654"/>
                </a:lnTo>
                <a:lnTo>
                  <a:pt x="7374735" y="65326"/>
                </a:lnTo>
                <a:lnTo>
                  <a:pt x="7376078" y="63849"/>
                </a:lnTo>
                <a:lnTo>
                  <a:pt x="7402026" y="60308"/>
                </a:lnTo>
                <a:lnTo>
                  <a:pt x="7415091" y="77403"/>
                </a:lnTo>
                <a:cubicBezTo>
                  <a:pt x="7421672" y="79965"/>
                  <a:pt x="7475806" y="92960"/>
                  <a:pt x="7488682" y="83440"/>
                </a:cubicBezTo>
                <a:cubicBezTo>
                  <a:pt x="7541625" y="94782"/>
                  <a:pt x="7683214" y="133614"/>
                  <a:pt x="7732750" y="145456"/>
                </a:cubicBezTo>
                <a:cubicBezTo>
                  <a:pt x="7748318" y="162765"/>
                  <a:pt x="7764581" y="171696"/>
                  <a:pt x="7785900" y="154493"/>
                </a:cubicBezTo>
                <a:cubicBezTo>
                  <a:pt x="7822539" y="158614"/>
                  <a:pt x="7915312" y="166523"/>
                  <a:pt x="7952584" y="170181"/>
                </a:cubicBezTo>
                <a:cubicBezTo>
                  <a:pt x="7998047" y="181004"/>
                  <a:pt x="8029749" y="207794"/>
                  <a:pt x="8058681" y="219431"/>
                </a:cubicBezTo>
                <a:cubicBezTo>
                  <a:pt x="8095466" y="185885"/>
                  <a:pt x="8090835" y="241759"/>
                  <a:pt x="8126175" y="240005"/>
                </a:cubicBezTo>
                <a:cubicBezTo>
                  <a:pt x="8163290" y="246246"/>
                  <a:pt x="8238799" y="256773"/>
                  <a:pt x="8281371" y="256875"/>
                </a:cubicBezTo>
                <a:cubicBezTo>
                  <a:pt x="8313651" y="251026"/>
                  <a:pt x="8346882" y="248570"/>
                  <a:pt x="8381609" y="240618"/>
                </a:cubicBezTo>
                <a:lnTo>
                  <a:pt x="8406759" y="232517"/>
                </a:lnTo>
                <a:lnTo>
                  <a:pt x="8426506" y="241842"/>
                </a:lnTo>
                <a:lnTo>
                  <a:pt x="8427949" y="240981"/>
                </a:lnTo>
                <a:cubicBezTo>
                  <a:pt x="8431925" y="239458"/>
                  <a:pt x="8436260" y="239096"/>
                  <a:pt x="8441468" y="241157"/>
                </a:cubicBezTo>
                <a:lnTo>
                  <a:pt x="8565757" y="255317"/>
                </a:lnTo>
                <a:lnTo>
                  <a:pt x="8573171" y="258426"/>
                </a:lnTo>
                <a:lnTo>
                  <a:pt x="8573548" y="258241"/>
                </a:lnTo>
                <a:cubicBezTo>
                  <a:pt x="8575650" y="258391"/>
                  <a:pt x="8618469" y="259217"/>
                  <a:pt x="8622021" y="261028"/>
                </a:cubicBezTo>
                <a:lnTo>
                  <a:pt x="8672650" y="254821"/>
                </a:lnTo>
                <a:cubicBezTo>
                  <a:pt x="8716151" y="260353"/>
                  <a:pt x="8748971" y="243487"/>
                  <a:pt x="8785543" y="263406"/>
                </a:cubicBezTo>
                <a:cubicBezTo>
                  <a:pt x="8826293" y="268498"/>
                  <a:pt x="8797654" y="254573"/>
                  <a:pt x="8830588" y="265483"/>
                </a:cubicBezTo>
                <a:cubicBezTo>
                  <a:pt x="8849202" y="267272"/>
                  <a:pt x="8877544" y="266277"/>
                  <a:pt x="8905142" y="264958"/>
                </a:cubicBezTo>
                <a:lnTo>
                  <a:pt x="8968582" y="262728"/>
                </a:lnTo>
                <a:lnTo>
                  <a:pt x="8972994" y="263284"/>
                </a:lnTo>
                <a:lnTo>
                  <a:pt x="9004605" y="258041"/>
                </a:lnTo>
                <a:lnTo>
                  <a:pt x="9016165" y="261258"/>
                </a:lnTo>
                <a:cubicBezTo>
                  <a:pt x="9028775" y="267579"/>
                  <a:pt x="9039083" y="277488"/>
                  <a:pt x="9043297" y="281547"/>
                </a:cubicBezTo>
                <a:lnTo>
                  <a:pt x="9048315" y="279264"/>
                </a:lnTo>
                <a:lnTo>
                  <a:pt x="9054706" y="278538"/>
                </a:lnTo>
                <a:lnTo>
                  <a:pt x="9070919" y="281810"/>
                </a:lnTo>
                <a:lnTo>
                  <a:pt x="9076813" y="283909"/>
                </a:lnTo>
                <a:cubicBezTo>
                  <a:pt x="9080948" y="285030"/>
                  <a:pt x="9083794" y="285362"/>
                  <a:pt x="9085871" y="285133"/>
                </a:cubicBezTo>
                <a:lnTo>
                  <a:pt x="9086159" y="284887"/>
                </a:lnTo>
                <a:lnTo>
                  <a:pt x="9134606" y="288168"/>
                </a:lnTo>
                <a:cubicBezTo>
                  <a:pt x="9149441" y="274272"/>
                  <a:pt x="9194106" y="309414"/>
                  <a:pt x="9195590" y="279568"/>
                </a:cubicBezTo>
                <a:cubicBezTo>
                  <a:pt x="9212898" y="284479"/>
                  <a:pt x="9220866" y="298055"/>
                  <a:pt x="9219336" y="278133"/>
                </a:cubicBezTo>
                <a:cubicBezTo>
                  <a:pt x="9225159" y="279201"/>
                  <a:pt x="9229164" y="278078"/>
                  <a:pt x="9232362" y="275894"/>
                </a:cubicBezTo>
                <a:lnTo>
                  <a:pt x="9283638" y="299924"/>
                </a:lnTo>
                <a:lnTo>
                  <a:pt x="9371484" y="329634"/>
                </a:lnTo>
                <a:lnTo>
                  <a:pt x="9404829" y="339038"/>
                </a:lnTo>
                <a:lnTo>
                  <a:pt x="9427021" y="358784"/>
                </a:lnTo>
                <a:cubicBezTo>
                  <a:pt x="9500124" y="364086"/>
                  <a:pt x="9604652" y="390635"/>
                  <a:pt x="9670844" y="405128"/>
                </a:cubicBezTo>
                <a:cubicBezTo>
                  <a:pt x="9688531" y="417998"/>
                  <a:pt x="9762277" y="426463"/>
                  <a:pt x="9816083" y="416573"/>
                </a:cubicBezTo>
                <a:lnTo>
                  <a:pt x="9936741" y="437044"/>
                </a:lnTo>
                <a:cubicBezTo>
                  <a:pt x="9978091" y="447025"/>
                  <a:pt x="10008641" y="443705"/>
                  <a:pt x="10050093" y="443783"/>
                </a:cubicBezTo>
                <a:cubicBezTo>
                  <a:pt x="10074709" y="448779"/>
                  <a:pt x="10088915" y="449258"/>
                  <a:pt x="10130090" y="459520"/>
                </a:cubicBezTo>
                <a:cubicBezTo>
                  <a:pt x="10137791" y="458564"/>
                  <a:pt x="10165777" y="459877"/>
                  <a:pt x="10173456" y="457749"/>
                </a:cubicBezTo>
                <a:lnTo>
                  <a:pt x="10218232" y="459820"/>
                </a:lnTo>
                <a:lnTo>
                  <a:pt x="10354176" y="471377"/>
                </a:lnTo>
                <a:cubicBezTo>
                  <a:pt x="10367946" y="478917"/>
                  <a:pt x="10417270" y="488110"/>
                  <a:pt x="10430681" y="481226"/>
                </a:cubicBezTo>
                <a:cubicBezTo>
                  <a:pt x="10441804" y="481366"/>
                  <a:pt x="10469025" y="490181"/>
                  <a:pt x="10478169" y="481774"/>
                </a:cubicBezTo>
                <a:cubicBezTo>
                  <a:pt x="10503830" y="488972"/>
                  <a:pt x="10531359" y="489751"/>
                  <a:pt x="10540907" y="485607"/>
                </a:cubicBezTo>
                <a:cubicBezTo>
                  <a:pt x="10569054" y="475472"/>
                  <a:pt x="10590882" y="489185"/>
                  <a:pt x="10614941" y="487592"/>
                </a:cubicBezTo>
                <a:cubicBezTo>
                  <a:pt x="10654657" y="492458"/>
                  <a:pt x="10645652" y="516778"/>
                  <a:pt x="10674098" y="521656"/>
                </a:cubicBezTo>
                <a:cubicBezTo>
                  <a:pt x="10737163" y="537583"/>
                  <a:pt x="10829686" y="559302"/>
                  <a:pt x="10874834" y="574867"/>
                </a:cubicBezTo>
                <a:cubicBezTo>
                  <a:pt x="10919981" y="590432"/>
                  <a:pt x="10878682" y="577481"/>
                  <a:pt x="10944981" y="615042"/>
                </a:cubicBezTo>
                <a:cubicBezTo>
                  <a:pt x="10976235" y="616974"/>
                  <a:pt x="10982969" y="648568"/>
                  <a:pt x="11006376" y="645957"/>
                </a:cubicBezTo>
                <a:cubicBezTo>
                  <a:pt x="11005343" y="630631"/>
                  <a:pt x="11047577" y="676048"/>
                  <a:pt x="11076308" y="675698"/>
                </a:cubicBezTo>
                <a:cubicBezTo>
                  <a:pt x="11093142" y="677175"/>
                  <a:pt x="11131116" y="681348"/>
                  <a:pt x="11148789" y="685041"/>
                </a:cubicBezTo>
                <a:cubicBezTo>
                  <a:pt x="11177310" y="688243"/>
                  <a:pt x="11217768" y="714725"/>
                  <a:pt x="11249129" y="684218"/>
                </a:cubicBezTo>
                <a:cubicBezTo>
                  <a:pt x="11276269" y="697037"/>
                  <a:pt x="11257432" y="693670"/>
                  <a:pt x="11299915" y="692177"/>
                </a:cubicBezTo>
                <a:cubicBezTo>
                  <a:pt x="11314401" y="703224"/>
                  <a:pt x="11371412" y="714421"/>
                  <a:pt x="11386973" y="708209"/>
                </a:cubicBezTo>
                <a:cubicBezTo>
                  <a:pt x="11425657" y="716286"/>
                  <a:pt x="11454555" y="715485"/>
                  <a:pt x="11500105" y="735014"/>
                </a:cubicBezTo>
                <a:cubicBezTo>
                  <a:pt x="11545172" y="751781"/>
                  <a:pt x="11573053" y="787789"/>
                  <a:pt x="11621735" y="789584"/>
                </a:cubicBezTo>
                <a:lnTo>
                  <a:pt x="11691200" y="867902"/>
                </a:lnTo>
                <a:cubicBezTo>
                  <a:pt x="11734106" y="911360"/>
                  <a:pt x="11773008" y="895495"/>
                  <a:pt x="11819427" y="911634"/>
                </a:cubicBezTo>
                <a:lnTo>
                  <a:pt x="11969720" y="964737"/>
                </a:lnTo>
                <a:cubicBezTo>
                  <a:pt x="12009110" y="978008"/>
                  <a:pt x="12010206" y="989588"/>
                  <a:pt x="12055766" y="991268"/>
                </a:cubicBezTo>
                <a:cubicBezTo>
                  <a:pt x="12105723" y="1003445"/>
                  <a:pt x="12068493" y="1020292"/>
                  <a:pt x="12171539" y="995427"/>
                </a:cubicBezTo>
                <a:cubicBezTo>
                  <a:pt x="12174929" y="995822"/>
                  <a:pt x="12180763" y="996228"/>
                  <a:pt x="12187831" y="996580"/>
                </a:cubicBezTo>
                <a:lnTo>
                  <a:pt x="12192000" y="996726"/>
                </a:lnTo>
                <a:lnTo>
                  <a:pt x="12192000" y="4939827"/>
                </a:lnTo>
                <a:lnTo>
                  <a:pt x="0" y="4939827"/>
                </a:lnTo>
                <a:lnTo>
                  <a:pt x="0" y="512043"/>
                </a:lnTo>
                <a:lnTo>
                  <a:pt x="7381" y="512580"/>
                </a:lnTo>
                <a:cubicBezTo>
                  <a:pt x="39359" y="514524"/>
                  <a:pt x="72732" y="514144"/>
                  <a:pt x="100029" y="504758"/>
                </a:cubicBezTo>
                <a:cubicBezTo>
                  <a:pt x="115935" y="525779"/>
                  <a:pt x="143126" y="489229"/>
                  <a:pt x="155244" y="525130"/>
                </a:cubicBezTo>
                <a:cubicBezTo>
                  <a:pt x="173881" y="522487"/>
                  <a:pt x="242791" y="514086"/>
                  <a:pt x="254366" y="534449"/>
                </a:cubicBezTo>
                <a:cubicBezTo>
                  <a:pt x="303041" y="537382"/>
                  <a:pt x="380161" y="541650"/>
                  <a:pt x="447292" y="542725"/>
                </a:cubicBezTo>
                <a:cubicBezTo>
                  <a:pt x="530282" y="553078"/>
                  <a:pt x="572130" y="539673"/>
                  <a:pt x="628105" y="547853"/>
                </a:cubicBezTo>
                <a:cubicBezTo>
                  <a:pt x="661608" y="509671"/>
                  <a:pt x="746152" y="605137"/>
                  <a:pt x="783146" y="591799"/>
                </a:cubicBezTo>
                <a:cubicBezTo>
                  <a:pt x="862499" y="590113"/>
                  <a:pt x="949481" y="579142"/>
                  <a:pt x="1043676" y="591887"/>
                </a:cubicBezTo>
                <a:cubicBezTo>
                  <a:pt x="1120353" y="576991"/>
                  <a:pt x="1172004" y="553592"/>
                  <a:pt x="1281816" y="520946"/>
                </a:cubicBezTo>
                <a:cubicBezTo>
                  <a:pt x="1339915" y="511282"/>
                  <a:pt x="1459480" y="554579"/>
                  <a:pt x="1486347" y="487310"/>
                </a:cubicBezTo>
                <a:cubicBezTo>
                  <a:pt x="1507765" y="532008"/>
                  <a:pt x="1539168" y="465954"/>
                  <a:pt x="1568079" y="462531"/>
                </a:cubicBezTo>
                <a:cubicBezTo>
                  <a:pt x="1587821" y="491525"/>
                  <a:pt x="1601468" y="469316"/>
                  <a:pt x="1622516" y="466058"/>
                </a:cubicBezTo>
                <a:cubicBezTo>
                  <a:pt x="1630056" y="483510"/>
                  <a:pt x="1647504" y="484261"/>
                  <a:pt x="1655457" y="465359"/>
                </a:cubicBezTo>
                <a:cubicBezTo>
                  <a:pt x="1651800" y="419723"/>
                  <a:pt x="1709718" y="447719"/>
                  <a:pt x="1717454" y="417203"/>
                </a:cubicBezTo>
                <a:cubicBezTo>
                  <a:pt x="1753115" y="414011"/>
                  <a:pt x="1882851" y="412376"/>
                  <a:pt x="1913794" y="365255"/>
                </a:cubicBezTo>
                <a:cubicBezTo>
                  <a:pt x="2001060" y="361067"/>
                  <a:pt x="2099559" y="366414"/>
                  <a:pt x="2129762" y="367832"/>
                </a:cubicBezTo>
                <a:cubicBezTo>
                  <a:pt x="2215380" y="355065"/>
                  <a:pt x="2248807" y="343296"/>
                  <a:pt x="2376970" y="350129"/>
                </a:cubicBezTo>
                <a:cubicBezTo>
                  <a:pt x="2393251" y="360463"/>
                  <a:pt x="2473371" y="379419"/>
                  <a:pt x="2480155" y="359227"/>
                </a:cubicBezTo>
                <a:cubicBezTo>
                  <a:pt x="2520060" y="359505"/>
                  <a:pt x="2561270" y="311415"/>
                  <a:pt x="2586782" y="339352"/>
                </a:cubicBezTo>
                <a:cubicBezTo>
                  <a:pt x="2585230" y="294982"/>
                  <a:pt x="2653633" y="316689"/>
                  <a:pt x="2679617" y="305383"/>
                </a:cubicBezTo>
                <a:cubicBezTo>
                  <a:pt x="2721434" y="266011"/>
                  <a:pt x="2746765" y="276002"/>
                  <a:pt x="2788947" y="250375"/>
                </a:cubicBezTo>
                <a:cubicBezTo>
                  <a:pt x="2851672" y="235447"/>
                  <a:pt x="2913075" y="252766"/>
                  <a:pt x="2965530" y="245958"/>
                </a:cubicBezTo>
                <a:cubicBezTo>
                  <a:pt x="3001911" y="238336"/>
                  <a:pt x="3090203" y="217828"/>
                  <a:pt x="3103677" y="209527"/>
                </a:cubicBezTo>
                <a:lnTo>
                  <a:pt x="3126759" y="211226"/>
                </a:lnTo>
                <a:cubicBezTo>
                  <a:pt x="3136908" y="211889"/>
                  <a:pt x="3148903" y="212490"/>
                  <a:pt x="3164020" y="212779"/>
                </a:cubicBezTo>
                <a:cubicBezTo>
                  <a:pt x="3225474" y="210084"/>
                  <a:pt x="3231859" y="218227"/>
                  <a:pt x="3285019" y="220535"/>
                </a:cubicBezTo>
                <a:cubicBezTo>
                  <a:pt x="3318541" y="222809"/>
                  <a:pt x="3359787" y="223898"/>
                  <a:pt x="3365154" y="226416"/>
                </a:cubicBezTo>
                <a:lnTo>
                  <a:pt x="3367507" y="225416"/>
                </a:lnTo>
                <a:cubicBezTo>
                  <a:pt x="3377583" y="223667"/>
                  <a:pt x="3383502" y="224760"/>
                  <a:pt x="3387567" y="227103"/>
                </a:cubicBezTo>
                <a:lnTo>
                  <a:pt x="3498001" y="231941"/>
                </a:lnTo>
                <a:cubicBezTo>
                  <a:pt x="3513569" y="226158"/>
                  <a:pt x="3539132" y="232525"/>
                  <a:pt x="3561557" y="228095"/>
                </a:cubicBezTo>
                <a:cubicBezTo>
                  <a:pt x="3574944" y="230843"/>
                  <a:pt x="3597426" y="216287"/>
                  <a:pt x="3611920" y="218094"/>
                </a:cubicBezTo>
                <a:lnTo>
                  <a:pt x="3620528" y="218788"/>
                </a:lnTo>
                <a:lnTo>
                  <a:pt x="3620766" y="218511"/>
                </a:lnTo>
                <a:cubicBezTo>
                  <a:pt x="3622780" y="218042"/>
                  <a:pt x="3625663" y="218038"/>
                  <a:pt x="3629977" y="218664"/>
                </a:cubicBezTo>
                <a:lnTo>
                  <a:pt x="3636217" y="220048"/>
                </a:lnTo>
                <a:lnTo>
                  <a:pt x="3709484" y="186927"/>
                </a:lnTo>
                <a:cubicBezTo>
                  <a:pt x="3731015" y="183190"/>
                  <a:pt x="3745790" y="180810"/>
                  <a:pt x="3761342" y="177474"/>
                </a:cubicBezTo>
                <a:lnTo>
                  <a:pt x="3799748" y="167154"/>
                </a:lnTo>
                <a:lnTo>
                  <a:pt x="3922756" y="194044"/>
                </a:lnTo>
                <a:cubicBezTo>
                  <a:pt x="3960877" y="203465"/>
                  <a:pt x="3965250" y="215357"/>
                  <a:pt x="4028476" y="223679"/>
                </a:cubicBezTo>
                <a:cubicBezTo>
                  <a:pt x="4088751" y="228019"/>
                  <a:pt x="4139112" y="248870"/>
                  <a:pt x="4191582" y="238952"/>
                </a:cubicBezTo>
                <a:cubicBezTo>
                  <a:pt x="4210842" y="254091"/>
                  <a:pt x="4229809" y="260810"/>
                  <a:pt x="4251024" y="240874"/>
                </a:cubicBezTo>
                <a:cubicBezTo>
                  <a:pt x="4306627" y="250935"/>
                  <a:pt x="4317066" y="281625"/>
                  <a:pt x="4355275" y="260205"/>
                </a:cubicBezTo>
                <a:cubicBezTo>
                  <a:pt x="4390577" y="327090"/>
                  <a:pt x="4385658" y="272111"/>
                  <a:pt x="4423807" y="270366"/>
                </a:cubicBezTo>
                <a:cubicBezTo>
                  <a:pt x="4457666" y="271864"/>
                  <a:pt x="4523223" y="267475"/>
                  <a:pt x="4558432" y="269194"/>
                </a:cubicBezTo>
                <a:cubicBezTo>
                  <a:pt x="4594553" y="230955"/>
                  <a:pt x="4596517" y="287120"/>
                  <a:pt x="4635061" y="280682"/>
                </a:cubicBezTo>
                <a:cubicBezTo>
                  <a:pt x="4676560" y="281955"/>
                  <a:pt x="4741782" y="292968"/>
                  <a:pt x="4807427" y="276835"/>
                </a:cubicBezTo>
                <a:cubicBezTo>
                  <a:pt x="4876769" y="256626"/>
                  <a:pt x="4951997" y="249407"/>
                  <a:pt x="5028933" y="183887"/>
                </a:cubicBezTo>
                <a:cubicBezTo>
                  <a:pt x="5044713" y="164149"/>
                  <a:pt x="5073685" y="161161"/>
                  <a:pt x="5093642" y="177214"/>
                </a:cubicBezTo>
                <a:cubicBezTo>
                  <a:pt x="5097077" y="179978"/>
                  <a:pt x="5100108" y="183212"/>
                  <a:pt x="5102642" y="186816"/>
                </a:cubicBezTo>
                <a:cubicBezTo>
                  <a:pt x="5150234" y="139156"/>
                  <a:pt x="5169674" y="190314"/>
                  <a:pt x="5193590" y="156458"/>
                </a:cubicBezTo>
                <a:cubicBezTo>
                  <a:pt x="5257854" y="151722"/>
                  <a:pt x="5301917" y="175841"/>
                  <a:pt x="5323922" y="146332"/>
                </a:cubicBezTo>
                <a:cubicBezTo>
                  <a:pt x="5355266" y="153538"/>
                  <a:pt x="5392601" y="198271"/>
                  <a:pt x="5421860" y="167298"/>
                </a:cubicBezTo>
                <a:cubicBezTo>
                  <a:pt x="5420630" y="196364"/>
                  <a:pt x="5461576" y="151467"/>
                  <a:pt x="5476948" y="173249"/>
                </a:cubicBezTo>
                <a:cubicBezTo>
                  <a:pt x="5487334" y="191763"/>
                  <a:pt x="5502178" y="182456"/>
                  <a:pt x="5516842" y="184018"/>
                </a:cubicBezTo>
                <a:cubicBezTo>
                  <a:pt x="5533140" y="200158"/>
                  <a:pt x="5599828" y="189750"/>
                  <a:pt x="5619415" y="176781"/>
                </a:cubicBezTo>
                <a:cubicBezTo>
                  <a:pt x="5690073" y="168499"/>
                  <a:pt x="5748631" y="186964"/>
                  <a:pt x="5789867" y="150304"/>
                </a:cubicBezTo>
                <a:cubicBezTo>
                  <a:pt x="5802836" y="146282"/>
                  <a:pt x="5814753" y="145947"/>
                  <a:pt x="5825953" y="147907"/>
                </a:cubicBezTo>
                <a:lnTo>
                  <a:pt x="5856168" y="158719"/>
                </a:lnTo>
                <a:lnTo>
                  <a:pt x="5862476" y="172447"/>
                </a:lnTo>
                <a:lnTo>
                  <a:pt x="5882195" y="173195"/>
                </a:lnTo>
                <a:lnTo>
                  <a:pt x="5952585" y="161012"/>
                </a:lnTo>
                <a:cubicBezTo>
                  <a:pt x="5962273" y="166588"/>
                  <a:pt x="5992020" y="151579"/>
                  <a:pt x="6001964" y="154786"/>
                </a:cubicBezTo>
                <a:cubicBezTo>
                  <a:pt x="6061748" y="122178"/>
                  <a:pt x="6101539" y="131534"/>
                  <a:pt x="6184207" y="132658"/>
                </a:cubicBezTo>
                <a:cubicBezTo>
                  <a:pt x="6266582" y="127016"/>
                  <a:pt x="6286876" y="151859"/>
                  <a:pt x="6415830" y="136006"/>
                </a:cubicBezTo>
                <a:cubicBezTo>
                  <a:pt x="6563502" y="116945"/>
                  <a:pt x="6684679" y="79367"/>
                  <a:pt x="6756965" y="57636"/>
                </a:cubicBezTo>
                <a:cubicBezTo>
                  <a:pt x="6761544" y="48663"/>
                  <a:pt x="6812642" y="36519"/>
                  <a:pt x="6819400" y="30742"/>
                </a:cubicBezTo>
                <a:lnTo>
                  <a:pt x="6986370" y="12659"/>
                </a:lnTo>
                <a:lnTo>
                  <a:pt x="6989536" y="14528"/>
                </a:lnTo>
                <a:cubicBezTo>
                  <a:pt x="7002946" y="17364"/>
                  <a:pt x="7010700" y="14716"/>
                  <a:pt x="7015933" y="9653"/>
                </a:cubicBezTo>
                <a:lnTo>
                  <a:pt x="7020592" y="1651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184744" y="5198168"/>
            <a:ext cx="9859618" cy="642797"/>
          </a:xfrm>
        </p:spPr>
        <p:txBody>
          <a:bodyPr>
            <a:normAutofit/>
          </a:bodyPr>
          <a:lstStyle/>
          <a:p>
            <a:r>
              <a:rPr lang="hu-HU" sz="1200"/>
              <a:t>Foodgo </a:t>
            </a:r>
            <a:r>
              <a:rPr lang="hu-HU" sz="1200">
                <a:ea typeface="+mj-lt"/>
                <a:cs typeface="+mj-lt"/>
              </a:rPr>
              <a:t>- Foodora/Wolt-szerű ételrendelő webalkalmazás</a:t>
            </a:r>
          </a:p>
          <a:p>
            <a:br>
              <a:rPr lang="en-US" sz="1200"/>
            </a:br>
            <a:endParaRPr lang="en-US" sz="120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2198774" y="5928655"/>
            <a:ext cx="7831559" cy="41068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1600" dirty="0"/>
              <a:t>Hajzer Bence, Czeglédi Máté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7950" y="647758"/>
            <a:ext cx="8355105" cy="43926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 descr="A képen Betűtípus, Grafika, képernyőkép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500AE4E8-F49F-6CD9-0B63-869FCB5EF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9"/>
          <a:stretch>
            <a:fillRect/>
          </a:stretch>
        </p:blipFill>
        <p:spPr>
          <a:xfrm>
            <a:off x="2079812" y="805516"/>
            <a:ext cx="8032376" cy="4074026"/>
          </a:xfrm>
          <a:prstGeom prst="rect">
            <a:avLst/>
          </a:prstGeom>
        </p:spPr>
      </p:pic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D2B498D-1455-2DEA-9BDF-07611DF8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dirty="0" smtClean="0"/>
              <a:t>1</a:t>
            </a:fld>
            <a:r>
              <a:rPr lang="hu-HU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DF5E68E-081A-951E-C11E-9328C3B5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hu-HU">
                <a:ea typeface="+mj-lt"/>
                <a:cs typeface="+mj-lt"/>
              </a:rPr>
              <a:t>Tartalom</a:t>
            </a:r>
            <a:endParaRPr lang="hu-H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FFB2F3-247E-F776-7744-728438DE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>
                <a:ea typeface="+mn-lt"/>
                <a:cs typeface="+mn-lt"/>
              </a:rPr>
              <a:t>Motíváció és cél</a:t>
            </a:r>
            <a:endParaRPr lang="hu-HU" sz="2000"/>
          </a:p>
          <a:p>
            <a:r>
              <a:rPr lang="hu-HU" sz="2000">
                <a:ea typeface="+mn-lt"/>
                <a:cs typeface="+mn-lt"/>
              </a:rPr>
              <a:t>A rendszer felépítése</a:t>
            </a:r>
            <a:endParaRPr lang="hu-HU" sz="2000"/>
          </a:p>
          <a:p>
            <a:r>
              <a:rPr lang="hu-HU" sz="2000">
                <a:ea typeface="+mn-lt"/>
                <a:cs typeface="+mn-lt"/>
              </a:rPr>
              <a:t>Fő funkciók</a:t>
            </a:r>
            <a:endParaRPr lang="hu-HU" sz="2000"/>
          </a:p>
          <a:p>
            <a:r>
              <a:rPr lang="hu-HU" sz="2000">
                <a:latin typeface="Aptos" panose="020B0004020202020204"/>
                <a:ea typeface="+mn-lt"/>
                <a:cs typeface="+mn-lt"/>
              </a:rPr>
              <a:t>Adatbázis, admin, tesztelés</a:t>
            </a:r>
          </a:p>
          <a:p>
            <a:r>
              <a:rPr lang="hu-HU" sz="2000">
                <a:ea typeface="+mn-lt"/>
                <a:cs typeface="+mn-lt"/>
              </a:rPr>
              <a:t>Csapatmunka és Összegzés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A9F5643-8F0B-EE5C-99CF-41FD4405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2FF2AA-B0B2-4F6D-BCD1-ED89749CA0E8}" type="slidenum">
              <a:rPr lang="hu-HU" sz="1000"/>
              <a:pPr>
                <a:spcAft>
                  <a:spcPts val="600"/>
                </a:spcAft>
              </a:pPr>
              <a:t>2</a:t>
            </a:fld>
            <a:r>
              <a:rPr lang="hu-HU" sz="1000"/>
              <a:t>/8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500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B3B50BC-3597-10B3-058C-7B6FB3CC6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hu-HU">
                <a:ea typeface="+mj-lt"/>
                <a:cs typeface="+mj-lt"/>
              </a:rPr>
              <a:t>Motíváció és cél</a:t>
            </a:r>
            <a:endParaRPr lang="hu-H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09C5001-D45D-E955-1599-5171AF2D3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000">
                <a:ea typeface="+mn-lt"/>
                <a:cs typeface="+mn-lt"/>
              </a:rPr>
              <a:t>Egy valós problémára ad megoldást: online ételrendelés</a:t>
            </a:r>
            <a:endParaRPr lang="hu-HU" sz="2000"/>
          </a:p>
          <a:p>
            <a:r>
              <a:rPr lang="hu-HU" sz="2000">
                <a:ea typeface="+mn-lt"/>
                <a:cs typeface="+mn-lt"/>
              </a:rPr>
              <a:t>Webes felület, ami mobilon is jól használható</a:t>
            </a:r>
            <a:endParaRPr lang="hu-HU" sz="2000"/>
          </a:p>
          <a:p>
            <a:r>
              <a:rPr lang="hu-HU" sz="2000">
                <a:ea typeface="+mn-lt"/>
                <a:cs typeface="+mn-lt"/>
              </a:rPr>
              <a:t>Felhasználói és admin funkciók is vannak benne</a:t>
            </a:r>
            <a:endParaRPr lang="hu-HU" sz="2000"/>
          </a:p>
          <a:p>
            <a:r>
              <a:rPr lang="hu-HU" sz="2000">
                <a:ea typeface="+mn-lt"/>
                <a:cs typeface="+mn-lt"/>
              </a:rPr>
              <a:t>A cél egy átlátható, egyszerűen kezelhető rendszer volt</a:t>
            </a:r>
            <a:endParaRPr lang="hu-HU" sz="2000"/>
          </a:p>
          <a:p>
            <a:r>
              <a:rPr lang="hu-HU" sz="2000">
                <a:ea typeface="+mn-lt"/>
                <a:cs typeface="+mn-lt"/>
              </a:rPr>
              <a:t>A projektben frontend, backend és adatbázis is szerepel</a:t>
            </a:r>
            <a:endParaRPr lang="hu-HU" sz="2000"/>
          </a:p>
          <a:p>
            <a:endParaRPr lang="hu-HU" sz="20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F256CA6-7176-C6C7-E03B-41C11C9E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2FF2AA-B0B2-4F6D-BCD1-ED89749CA0E8}" type="slidenum">
              <a:rPr lang="hu-HU" sz="1000"/>
              <a:pPr>
                <a:spcAft>
                  <a:spcPts val="600"/>
                </a:spcAft>
              </a:pPr>
              <a:t>3</a:t>
            </a:fld>
            <a:r>
              <a:rPr lang="hu-HU" sz="1000"/>
              <a:t>/8</a:t>
            </a:r>
            <a:endParaRPr lang="hu-HU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810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05CB320-C89E-6B2D-80D3-E277B05F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hu-HU">
                <a:ea typeface="+mj-lt"/>
                <a:cs typeface="+mj-lt"/>
              </a:rPr>
              <a:t>A rendszer felépítése</a:t>
            </a:r>
            <a:endParaRPr lang="hu-H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D0E65C-F4D0-4516-3CF7-74032AA4F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>
                <a:ea typeface="+mn-lt"/>
                <a:cs typeface="+mn-lt"/>
              </a:rPr>
              <a:t>Frontend: HTML, CSS, JavaScript</a:t>
            </a:r>
          </a:p>
          <a:p>
            <a:r>
              <a:rPr lang="hu-HU" sz="2000">
                <a:ea typeface="+mn-lt"/>
                <a:cs typeface="+mn-lt"/>
              </a:rPr>
              <a:t>Backend: Node.js, Express</a:t>
            </a:r>
            <a:endParaRPr lang="hu-HU">
              <a:ea typeface="+mn-lt"/>
              <a:cs typeface="+mn-lt"/>
            </a:endParaRPr>
          </a:p>
          <a:p>
            <a:r>
              <a:rPr lang="hu-HU" sz="2000">
                <a:ea typeface="+mn-lt"/>
                <a:cs typeface="+mn-lt"/>
              </a:rPr>
              <a:t>Adatbázis: MySQL</a:t>
            </a:r>
            <a:endParaRPr lang="hu-HU">
              <a:ea typeface="+mn-lt"/>
              <a:cs typeface="+mn-lt"/>
            </a:endParaRPr>
          </a:p>
          <a:p>
            <a:r>
              <a:rPr lang="hu-HU" sz="2000">
                <a:ea typeface="+mn-lt"/>
                <a:cs typeface="+mn-lt"/>
              </a:rPr>
              <a:t>Session alapú bejelentkezés</a:t>
            </a:r>
            <a:endParaRPr lang="hu-HU">
              <a:ea typeface="+mn-lt"/>
              <a:cs typeface="+mn-lt"/>
            </a:endParaRPr>
          </a:p>
          <a:p>
            <a:r>
              <a:rPr lang="hu-HU" sz="2000">
                <a:ea typeface="+mn-lt"/>
                <a:cs typeface="+mn-lt"/>
              </a:rPr>
              <a:t>REST API a kliens és a szerver között</a:t>
            </a:r>
            <a:endParaRPr lang="hu-HU">
              <a:ea typeface="+mn-lt"/>
              <a:cs typeface="+mn-lt"/>
            </a:endParaRPr>
          </a:p>
          <a:p>
            <a:r>
              <a:rPr lang="hu-HU" sz="2000">
                <a:ea typeface="+mn-lt"/>
                <a:cs typeface="+mn-lt"/>
              </a:rPr>
              <a:t>Külön van felhasználói és admin oldal</a:t>
            </a:r>
            <a:endParaRPr lang="hu-HU">
              <a:ea typeface="+mn-lt"/>
              <a:cs typeface="+mn-lt"/>
            </a:endParaRPr>
          </a:p>
          <a:p>
            <a:endParaRPr lang="hu-HU" sz="20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E2FEDB6-2496-D58F-CDB5-7F2B49AC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2FF2AA-B0B2-4F6D-BCD1-ED89749CA0E8}" type="slidenum">
              <a:rPr lang="hu-HU" sz="1000"/>
              <a:pPr>
                <a:spcAft>
                  <a:spcPts val="600"/>
                </a:spcAft>
              </a:pPr>
              <a:t>4</a:t>
            </a:fld>
            <a:r>
              <a:rPr lang="hu-HU" sz="1000"/>
              <a:t>/8</a:t>
            </a:r>
            <a:endParaRPr lang="hu-HU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853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6F99B51-945B-23C5-482D-77101000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hu-HU">
                <a:ea typeface="+mj-lt"/>
                <a:cs typeface="+mj-lt"/>
              </a:rPr>
              <a:t>Fő funkciók</a:t>
            </a:r>
            <a:endParaRPr lang="hu-H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64798E-AEBD-3A6F-1FD5-E085BB5C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 dirty="0">
                <a:ea typeface="+mn-lt"/>
                <a:cs typeface="+mn-lt"/>
              </a:rPr>
              <a:t>Regisztráció és bejelentkezés</a:t>
            </a:r>
          </a:p>
          <a:p>
            <a:r>
              <a:rPr lang="hu-HU" sz="1600" dirty="0">
                <a:ea typeface="+mn-lt"/>
                <a:cs typeface="+mn-lt"/>
              </a:rPr>
              <a:t>Elfelejtett jelszó kezelése</a:t>
            </a:r>
          </a:p>
          <a:p>
            <a:r>
              <a:rPr lang="hu-HU" sz="1600" dirty="0">
                <a:ea typeface="+mn-lt"/>
                <a:cs typeface="+mn-lt"/>
              </a:rPr>
              <a:t>Éttermek és termékek böngészése</a:t>
            </a:r>
            <a:endParaRPr lang="hu-HU" dirty="0">
              <a:ea typeface="+mn-lt"/>
              <a:cs typeface="+mn-lt"/>
            </a:endParaRPr>
          </a:p>
          <a:p>
            <a:r>
              <a:rPr lang="hu-HU" sz="1600" dirty="0">
                <a:ea typeface="+mn-lt"/>
                <a:cs typeface="+mn-lt"/>
              </a:rPr>
              <a:t>Kosár használata</a:t>
            </a:r>
            <a:endParaRPr lang="hu-HU" dirty="0">
              <a:ea typeface="+mn-lt"/>
              <a:cs typeface="+mn-lt"/>
            </a:endParaRPr>
          </a:p>
          <a:p>
            <a:r>
              <a:rPr lang="hu-HU" sz="1600" dirty="0">
                <a:ea typeface="+mn-lt"/>
                <a:cs typeface="+mn-lt"/>
              </a:rPr>
              <a:t>Pénztár és rendelésleadás</a:t>
            </a:r>
            <a:endParaRPr lang="hu-HU" dirty="0">
              <a:ea typeface="+mn-lt"/>
              <a:cs typeface="+mn-lt"/>
            </a:endParaRPr>
          </a:p>
          <a:p>
            <a:r>
              <a:rPr lang="hu-HU" sz="1600" dirty="0">
                <a:ea typeface="+mn-lt"/>
                <a:cs typeface="+mn-lt"/>
              </a:rPr>
              <a:t>Profilkezelés</a:t>
            </a:r>
            <a:endParaRPr lang="hu-HU" dirty="0">
              <a:ea typeface="+mn-lt"/>
              <a:cs typeface="+mn-lt"/>
            </a:endParaRPr>
          </a:p>
          <a:p>
            <a:r>
              <a:rPr lang="hu-HU" sz="1600" dirty="0">
                <a:ea typeface="+mn-lt"/>
                <a:cs typeface="+mn-lt"/>
              </a:rPr>
              <a:t>Rendeléstörténet megtekintése</a:t>
            </a:r>
            <a:endParaRPr lang="hu-HU" dirty="0">
              <a:ea typeface="+mn-lt"/>
              <a:cs typeface="+mn-lt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1F8D1E5-60F5-8A26-8E2E-DD704ED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2FF2AA-B0B2-4F6D-BCD1-ED89749CA0E8}" type="slidenum">
              <a:rPr lang="hu-HU" sz="1000"/>
              <a:pPr>
                <a:spcAft>
                  <a:spcPts val="600"/>
                </a:spcAft>
              </a:pPr>
              <a:t>5</a:t>
            </a:fld>
            <a:r>
              <a:rPr lang="hu-HU" sz="1000"/>
              <a:t>/8</a:t>
            </a:r>
            <a:endParaRPr lang="hu-HU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667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2D6BE1-4A1A-625A-D101-AF0CD6220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hu-HU">
                <a:ea typeface="+mj-lt"/>
                <a:cs typeface="+mj-lt"/>
              </a:rPr>
              <a:t>Adatbázis, admin, tesztelés</a:t>
            </a:r>
            <a:endParaRPr lang="hu-H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74D7D0-5C1F-C1D0-B653-2E6274624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900">
                <a:ea typeface="+mn-lt"/>
                <a:cs typeface="+mn-lt"/>
              </a:rPr>
              <a:t>Fő táblák: felhasználó, éttermek, termékek, kategóriák, rendelések, rendelés tételek</a:t>
            </a:r>
          </a:p>
          <a:p>
            <a:r>
              <a:rPr lang="hu-HU" sz="1900">
                <a:ea typeface="+mn-lt"/>
                <a:cs typeface="+mn-lt"/>
              </a:rPr>
              <a:t>Az admin tud felhasználót, éttermet, terméket és kategóriát kezelni</a:t>
            </a:r>
            <a:endParaRPr lang="hu-HU">
              <a:ea typeface="+mn-lt"/>
              <a:cs typeface="+mn-lt"/>
            </a:endParaRPr>
          </a:p>
          <a:p>
            <a:r>
              <a:rPr lang="hu-HU" sz="1900">
                <a:ea typeface="+mn-lt"/>
                <a:cs typeface="+mn-lt"/>
              </a:rPr>
              <a:t>A rendelések státusza is módosítható</a:t>
            </a:r>
            <a:endParaRPr lang="hu-HU">
              <a:ea typeface="+mn-lt"/>
              <a:cs typeface="+mn-lt"/>
            </a:endParaRPr>
          </a:p>
          <a:p>
            <a:r>
              <a:rPr lang="hu-HU" sz="1900">
                <a:ea typeface="+mn-lt"/>
                <a:cs typeface="+mn-lt"/>
              </a:rPr>
              <a:t>A kosár külön mentődik minden felhasználónál</a:t>
            </a:r>
            <a:endParaRPr lang="hu-HU">
              <a:ea typeface="+mn-lt"/>
              <a:cs typeface="+mn-lt"/>
            </a:endParaRPr>
          </a:p>
          <a:p>
            <a:r>
              <a:rPr lang="hu-HU" sz="1900">
                <a:ea typeface="+mn-lt"/>
                <a:cs typeface="+mn-lt"/>
              </a:rPr>
              <a:t>A fontosabb API végpontokat kipróbáltuk és ellenőriztük</a:t>
            </a:r>
            <a:endParaRPr lang="hu-HU">
              <a:ea typeface="+mn-lt"/>
              <a:cs typeface="+mn-lt"/>
            </a:endParaRPr>
          </a:p>
          <a:p>
            <a:endParaRPr lang="hu-HU" sz="19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A19B1F9-40ED-0435-EDCA-3E8A4221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2FF2AA-B0B2-4F6D-BCD1-ED89749CA0E8}" type="slidenum">
              <a:rPr lang="hu-HU" sz="1000"/>
              <a:pPr>
                <a:spcAft>
                  <a:spcPts val="600"/>
                </a:spcAft>
              </a:pPr>
              <a:t>6</a:t>
            </a:fld>
            <a:r>
              <a:rPr lang="hu-HU" sz="1000"/>
              <a:t>/8</a:t>
            </a:r>
            <a:endParaRPr lang="hu-HU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153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9048185-C291-FD49-E9F6-33D48E27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hu-HU">
                <a:ea typeface="+mj-lt"/>
                <a:cs typeface="+mj-lt"/>
              </a:rPr>
              <a:t>Csapatmunka és összegzés</a:t>
            </a:r>
            <a:endParaRPr lang="hu-H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42F211-44EF-D438-F8E1-12CD6DBD2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207" y="2752316"/>
            <a:ext cx="8309586" cy="2756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dirty="0">
                <a:ea typeface="+mn-lt"/>
                <a:cs typeface="+mn-lt"/>
              </a:rPr>
              <a:t>Hajzer Bence: prezentáció elkészítése</a:t>
            </a:r>
          </a:p>
          <a:p>
            <a:r>
              <a:rPr lang="hu-HU" sz="2000" dirty="0">
                <a:ea typeface="+mn-lt"/>
                <a:cs typeface="+mn-lt"/>
              </a:rPr>
              <a:t>Czeglédi Máté: dokumentáció elkészítése</a:t>
            </a:r>
          </a:p>
          <a:p>
            <a:r>
              <a:rPr lang="hu-HU" sz="2000" dirty="0">
                <a:ea typeface="+mn-lt"/>
                <a:cs typeface="+mn-lt"/>
              </a:rPr>
              <a:t>Mind a ketten részt vettünk a backend, frontend, adatbázis, UI, reszponzivitás, üzleti logika fejlesztésében és teszteléseikben </a:t>
            </a:r>
          </a:p>
          <a:p>
            <a:r>
              <a:rPr lang="hu-HU" sz="2000" dirty="0">
                <a:ea typeface="+mn-lt"/>
                <a:cs typeface="+mn-lt"/>
              </a:rPr>
              <a:t>Bemutatásra kész alkalmazás valós funkcionalitással</a:t>
            </a:r>
          </a:p>
          <a:p>
            <a:r>
              <a:rPr lang="hu-HU" sz="2000" dirty="0">
                <a:ea typeface="+mn-lt"/>
                <a:cs typeface="+mn-lt"/>
              </a:rPr>
              <a:t>A vizsgaremek követelményei teljesültek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2BCF03D-E78F-3419-85D4-ABBB1B0A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2FF2AA-B0B2-4F6D-BCD1-ED89749CA0E8}" type="slidenum">
              <a:rPr lang="hu-HU" sz="1000"/>
              <a:pPr>
                <a:spcAft>
                  <a:spcPts val="600"/>
                </a:spcAft>
              </a:pPr>
              <a:t>7</a:t>
            </a:fld>
            <a:r>
              <a:rPr lang="hu-HU" sz="1000"/>
              <a:t>/8</a:t>
            </a:r>
            <a:endParaRPr lang="hu-HU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092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2">
            <a:extLst>
              <a:ext uri="{FF2B5EF4-FFF2-40B4-BE49-F238E27FC236}">
                <a16:creationId xmlns:a16="http://schemas.microsoft.com/office/drawing/2014/main" id="{CC62F834-EBCB-466C-9985-37E44F43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51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4">
            <a:extLst>
              <a:ext uri="{FF2B5EF4-FFF2-40B4-BE49-F238E27FC236}">
                <a16:creationId xmlns:a16="http://schemas.microsoft.com/office/drawing/2014/main" id="{B6AEFB2E-B831-4AD1-B72D-3027EA244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3229" y="1332680"/>
            <a:ext cx="9545542" cy="3585866"/>
          </a:xfrm>
          <a:custGeom>
            <a:avLst/>
            <a:gdLst>
              <a:gd name="connsiteX0" fmla="*/ 0 w 9545542"/>
              <a:gd name="connsiteY0" fmla="*/ 0 h 3585866"/>
              <a:gd name="connsiteX1" fmla="*/ 9545542 w 9545542"/>
              <a:gd name="connsiteY1" fmla="*/ 0 h 3585866"/>
              <a:gd name="connsiteX2" fmla="*/ 9545542 w 9545542"/>
              <a:gd name="connsiteY2" fmla="*/ 3142906 h 3585866"/>
              <a:gd name="connsiteX3" fmla="*/ 9465926 w 9545542"/>
              <a:gd name="connsiteY3" fmla="*/ 3164182 h 3585866"/>
              <a:gd name="connsiteX4" fmla="*/ 9294857 w 9545542"/>
              <a:gd name="connsiteY4" fmla="*/ 3164299 h 3585866"/>
              <a:gd name="connsiteX5" fmla="*/ 9180444 w 9545542"/>
              <a:gd name="connsiteY5" fmla="*/ 3157864 h 3585866"/>
              <a:gd name="connsiteX6" fmla="*/ 9106019 w 9545542"/>
              <a:gd name="connsiteY6" fmla="*/ 3152135 h 3585866"/>
              <a:gd name="connsiteX7" fmla="*/ 9049036 w 9545542"/>
              <a:gd name="connsiteY7" fmla="*/ 3146819 h 3585866"/>
              <a:gd name="connsiteX8" fmla="*/ 8973142 w 9545542"/>
              <a:gd name="connsiteY8" fmla="*/ 3146856 h 3585866"/>
              <a:gd name="connsiteX9" fmla="*/ 8849178 w 9545542"/>
              <a:gd name="connsiteY9" fmla="*/ 3196893 h 3585866"/>
              <a:gd name="connsiteX10" fmla="*/ 8654822 w 9545542"/>
              <a:gd name="connsiteY10" fmla="*/ 3240734 h 3585866"/>
              <a:gd name="connsiteX11" fmla="*/ 8498334 w 9545542"/>
              <a:gd name="connsiteY11" fmla="*/ 3247156 h 3585866"/>
              <a:gd name="connsiteX12" fmla="*/ 8460890 w 9545542"/>
              <a:gd name="connsiteY12" fmla="*/ 3255812 h 3585866"/>
              <a:gd name="connsiteX13" fmla="*/ 8276867 w 9545542"/>
              <a:gd name="connsiteY13" fmla="*/ 3253903 h 3585866"/>
              <a:gd name="connsiteX14" fmla="*/ 8006421 w 9545542"/>
              <a:gd name="connsiteY14" fmla="*/ 3271628 h 3585866"/>
              <a:gd name="connsiteX15" fmla="*/ 7712599 w 9545542"/>
              <a:gd name="connsiteY15" fmla="*/ 3252671 h 3585866"/>
              <a:gd name="connsiteX16" fmla="*/ 7374530 w 9545542"/>
              <a:gd name="connsiteY16" fmla="*/ 3245192 h 3585866"/>
              <a:gd name="connsiteX17" fmla="*/ 7157547 w 9545542"/>
              <a:gd name="connsiteY17" fmla="*/ 3238559 h 3585866"/>
              <a:gd name="connsiteX18" fmla="*/ 6937241 w 9545542"/>
              <a:gd name="connsiteY18" fmla="*/ 3273268 h 3585866"/>
              <a:gd name="connsiteX19" fmla="*/ 6692993 w 9545542"/>
              <a:gd name="connsiteY19" fmla="*/ 3298845 h 3585866"/>
              <a:gd name="connsiteX20" fmla="*/ 6470348 w 9545542"/>
              <a:gd name="connsiteY20" fmla="*/ 3301118 h 3585866"/>
              <a:gd name="connsiteX21" fmla="*/ 6338595 w 9545542"/>
              <a:gd name="connsiteY21" fmla="*/ 3308643 h 3585866"/>
              <a:gd name="connsiteX22" fmla="*/ 6290841 w 9545542"/>
              <a:gd name="connsiteY22" fmla="*/ 3321185 h 3585866"/>
              <a:gd name="connsiteX23" fmla="*/ 6222611 w 9545542"/>
              <a:gd name="connsiteY23" fmla="*/ 3332190 h 3585866"/>
              <a:gd name="connsiteX24" fmla="*/ 6103974 w 9545542"/>
              <a:gd name="connsiteY24" fmla="*/ 3359104 h 3585866"/>
              <a:gd name="connsiteX25" fmla="*/ 5951751 w 9545542"/>
              <a:gd name="connsiteY25" fmla="*/ 3369893 h 3585866"/>
              <a:gd name="connsiteX26" fmla="*/ 5813362 w 9545542"/>
              <a:gd name="connsiteY26" fmla="*/ 3357730 h 3585866"/>
              <a:gd name="connsiteX27" fmla="*/ 5720775 w 9545542"/>
              <a:gd name="connsiteY27" fmla="*/ 3352890 h 3585866"/>
              <a:gd name="connsiteX28" fmla="*/ 5496239 w 9545542"/>
              <a:gd name="connsiteY28" fmla="*/ 3350411 h 3585866"/>
              <a:gd name="connsiteX29" fmla="*/ 5253234 w 9545542"/>
              <a:gd name="connsiteY29" fmla="*/ 3338147 h 3585866"/>
              <a:gd name="connsiteX30" fmla="*/ 5197143 w 9545542"/>
              <a:gd name="connsiteY30" fmla="*/ 3348937 h 3585866"/>
              <a:gd name="connsiteX31" fmla="*/ 5103055 w 9545542"/>
              <a:gd name="connsiteY31" fmla="*/ 3366515 h 3585866"/>
              <a:gd name="connsiteX32" fmla="*/ 5037223 w 9545542"/>
              <a:gd name="connsiteY32" fmla="*/ 3399463 h 3585866"/>
              <a:gd name="connsiteX33" fmla="*/ 4956772 w 9545542"/>
              <a:gd name="connsiteY33" fmla="*/ 3406312 h 3585866"/>
              <a:gd name="connsiteX34" fmla="*/ 4848099 w 9545542"/>
              <a:gd name="connsiteY34" fmla="*/ 3397926 h 3585866"/>
              <a:gd name="connsiteX35" fmla="*/ 4721047 w 9545542"/>
              <a:gd name="connsiteY35" fmla="*/ 3424464 h 3585866"/>
              <a:gd name="connsiteX36" fmla="*/ 4646270 w 9545542"/>
              <a:gd name="connsiteY36" fmla="*/ 3433154 h 3585866"/>
              <a:gd name="connsiteX37" fmla="*/ 4443643 w 9545542"/>
              <a:gd name="connsiteY37" fmla="*/ 3464075 h 3585866"/>
              <a:gd name="connsiteX38" fmla="*/ 4355784 w 9545542"/>
              <a:gd name="connsiteY38" fmla="*/ 3493545 h 3585866"/>
              <a:gd name="connsiteX39" fmla="*/ 4210879 w 9545542"/>
              <a:gd name="connsiteY39" fmla="*/ 3514212 h 3585866"/>
              <a:gd name="connsiteX40" fmla="*/ 4107410 w 9545542"/>
              <a:gd name="connsiteY40" fmla="*/ 3525304 h 3585866"/>
              <a:gd name="connsiteX41" fmla="*/ 4078085 w 9545542"/>
              <a:gd name="connsiteY41" fmla="*/ 3547095 h 3585866"/>
              <a:gd name="connsiteX42" fmla="*/ 4077665 w 9545542"/>
              <a:gd name="connsiteY42" fmla="*/ 3547500 h 3585866"/>
              <a:gd name="connsiteX43" fmla="*/ 4014783 w 9545542"/>
              <a:gd name="connsiteY43" fmla="*/ 3550510 h 3585866"/>
              <a:gd name="connsiteX44" fmla="*/ 3877006 w 9545542"/>
              <a:gd name="connsiteY44" fmla="*/ 3574175 h 3585866"/>
              <a:gd name="connsiteX45" fmla="*/ 3833600 w 9545542"/>
              <a:gd name="connsiteY45" fmla="*/ 3580368 h 3585866"/>
              <a:gd name="connsiteX46" fmla="*/ 3810470 w 9545542"/>
              <a:gd name="connsiteY46" fmla="*/ 3585866 h 3585866"/>
              <a:gd name="connsiteX47" fmla="*/ 3775797 w 9545542"/>
              <a:gd name="connsiteY47" fmla="*/ 3571623 h 3585866"/>
              <a:gd name="connsiteX48" fmla="*/ 3732435 w 9545542"/>
              <a:gd name="connsiteY48" fmla="*/ 3577800 h 3585866"/>
              <a:gd name="connsiteX49" fmla="*/ 3722337 w 9545542"/>
              <a:gd name="connsiteY49" fmla="*/ 3579797 h 3585866"/>
              <a:gd name="connsiteX50" fmla="*/ 3646487 w 9545542"/>
              <a:gd name="connsiteY50" fmla="*/ 3565931 h 3585866"/>
              <a:gd name="connsiteX51" fmla="*/ 3639092 w 9545542"/>
              <a:gd name="connsiteY51" fmla="*/ 3560366 h 3585866"/>
              <a:gd name="connsiteX52" fmla="*/ 3601057 w 9545542"/>
              <a:gd name="connsiteY52" fmla="*/ 3557947 h 3585866"/>
              <a:gd name="connsiteX53" fmla="*/ 3596731 w 9545542"/>
              <a:gd name="connsiteY53" fmla="*/ 3559424 h 3585866"/>
              <a:gd name="connsiteX54" fmla="*/ 3565211 w 9545542"/>
              <a:gd name="connsiteY54" fmla="*/ 3550905 h 3585866"/>
              <a:gd name="connsiteX55" fmla="*/ 3438818 w 9545542"/>
              <a:gd name="connsiteY55" fmla="*/ 3535884 h 3585866"/>
              <a:gd name="connsiteX56" fmla="*/ 3195787 w 9545542"/>
              <a:gd name="connsiteY56" fmla="*/ 3528000 h 3585866"/>
              <a:gd name="connsiteX57" fmla="*/ 2942689 w 9545542"/>
              <a:gd name="connsiteY57" fmla="*/ 3505496 h 3585866"/>
              <a:gd name="connsiteX58" fmla="*/ 2702702 w 9545542"/>
              <a:gd name="connsiteY58" fmla="*/ 3514208 h 3585866"/>
              <a:gd name="connsiteX59" fmla="*/ 2266673 w 9545542"/>
              <a:gd name="connsiteY59" fmla="*/ 3490122 h 3585866"/>
              <a:gd name="connsiteX60" fmla="*/ 2117084 w 9545542"/>
              <a:gd name="connsiteY60" fmla="*/ 3487966 h 3585866"/>
              <a:gd name="connsiteX61" fmla="*/ 2016859 w 9545542"/>
              <a:gd name="connsiteY61" fmla="*/ 3487150 h 3585866"/>
              <a:gd name="connsiteX62" fmla="*/ 2009912 w 9545542"/>
              <a:gd name="connsiteY62" fmla="*/ 3489437 h 3585866"/>
              <a:gd name="connsiteX63" fmla="*/ 1981919 w 9545542"/>
              <a:gd name="connsiteY63" fmla="*/ 3490787 h 3585866"/>
              <a:gd name="connsiteX64" fmla="*/ 1974255 w 9545542"/>
              <a:gd name="connsiteY64" fmla="*/ 3500921 h 3585866"/>
              <a:gd name="connsiteX65" fmla="*/ 1880702 w 9545542"/>
              <a:gd name="connsiteY65" fmla="*/ 3509706 h 3585866"/>
              <a:gd name="connsiteX66" fmla="*/ 1655539 w 9545542"/>
              <a:gd name="connsiteY66" fmla="*/ 3513685 h 3585866"/>
              <a:gd name="connsiteX67" fmla="*/ 1488909 w 9545542"/>
              <a:gd name="connsiteY67" fmla="*/ 3496703 h 3585866"/>
              <a:gd name="connsiteX68" fmla="*/ 1433160 w 9545542"/>
              <a:gd name="connsiteY68" fmla="*/ 3506093 h 3585866"/>
              <a:gd name="connsiteX69" fmla="*/ 1355329 w 9545542"/>
              <a:gd name="connsiteY69" fmla="*/ 3512642 h 3585866"/>
              <a:gd name="connsiteX70" fmla="*/ 1105234 w 9545542"/>
              <a:gd name="connsiteY70" fmla="*/ 3507283 h 3585866"/>
              <a:gd name="connsiteX71" fmla="*/ 899152 w 9545542"/>
              <a:gd name="connsiteY71" fmla="*/ 3511753 h 3585866"/>
              <a:gd name="connsiteX72" fmla="*/ 781223 w 9545542"/>
              <a:gd name="connsiteY72" fmla="*/ 3520899 h 3585866"/>
              <a:gd name="connsiteX73" fmla="*/ 531952 w 9545542"/>
              <a:gd name="connsiteY73" fmla="*/ 3495843 h 3585866"/>
              <a:gd name="connsiteX74" fmla="*/ 289151 w 9545542"/>
              <a:gd name="connsiteY74" fmla="*/ 3484386 h 3585866"/>
              <a:gd name="connsiteX75" fmla="*/ 158179 w 9545542"/>
              <a:gd name="connsiteY75" fmla="*/ 3471499 h 3585866"/>
              <a:gd name="connsiteX76" fmla="*/ 28728 w 9545542"/>
              <a:gd name="connsiteY76" fmla="*/ 3479386 h 3585866"/>
              <a:gd name="connsiteX77" fmla="*/ 0 w 9545542"/>
              <a:gd name="connsiteY77" fmla="*/ 3481059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545542" h="3585866">
                <a:moveTo>
                  <a:pt x="0" y="0"/>
                </a:moveTo>
                <a:lnTo>
                  <a:pt x="9545542" y="0"/>
                </a:lnTo>
                <a:lnTo>
                  <a:pt x="9545542" y="3142906"/>
                </a:lnTo>
                <a:lnTo>
                  <a:pt x="9465926" y="3164182"/>
                </a:lnTo>
                <a:cubicBezTo>
                  <a:pt x="9403693" y="3162781"/>
                  <a:pt x="9355150" y="3173454"/>
                  <a:pt x="9294857" y="3164299"/>
                </a:cubicBezTo>
                <a:cubicBezTo>
                  <a:pt x="9268190" y="3155904"/>
                  <a:pt x="9211726" y="3180906"/>
                  <a:pt x="9180444" y="3157864"/>
                </a:cubicBezTo>
                <a:cubicBezTo>
                  <a:pt x="9178118" y="3174606"/>
                  <a:pt x="9119079" y="3159909"/>
                  <a:pt x="9106019" y="3152135"/>
                </a:cubicBezTo>
                <a:cubicBezTo>
                  <a:pt x="9090870" y="3159441"/>
                  <a:pt x="9065418" y="3146109"/>
                  <a:pt x="9049036" y="3146819"/>
                </a:cubicBezTo>
                <a:cubicBezTo>
                  <a:pt x="9016631" y="3110204"/>
                  <a:pt x="9013030" y="3167659"/>
                  <a:pt x="8973142" y="3146856"/>
                </a:cubicBezTo>
                <a:cubicBezTo>
                  <a:pt x="8955617" y="3159285"/>
                  <a:pt x="8896199" y="3185652"/>
                  <a:pt x="8849178" y="3196893"/>
                </a:cubicBezTo>
                <a:cubicBezTo>
                  <a:pt x="8756681" y="3221445"/>
                  <a:pt x="8750285" y="3250654"/>
                  <a:pt x="8654822" y="3240734"/>
                </a:cubicBezTo>
                <a:cubicBezTo>
                  <a:pt x="8641392" y="3264436"/>
                  <a:pt x="8477867" y="3204738"/>
                  <a:pt x="8498334" y="3247156"/>
                </a:cubicBezTo>
                <a:cubicBezTo>
                  <a:pt x="8466475" y="3245083"/>
                  <a:pt x="8443131" y="3228203"/>
                  <a:pt x="8460890" y="3255812"/>
                </a:cubicBezTo>
                <a:lnTo>
                  <a:pt x="8276867" y="3253903"/>
                </a:lnTo>
                <a:cubicBezTo>
                  <a:pt x="8174863" y="3261603"/>
                  <a:pt x="8111167" y="3281921"/>
                  <a:pt x="8006421" y="3271628"/>
                </a:cubicBezTo>
                <a:cubicBezTo>
                  <a:pt x="7903825" y="3270395"/>
                  <a:pt x="7852061" y="3252297"/>
                  <a:pt x="7712599" y="3252671"/>
                </a:cubicBezTo>
                <a:cubicBezTo>
                  <a:pt x="7614385" y="3250277"/>
                  <a:pt x="7473879" y="3236234"/>
                  <a:pt x="7374530" y="3245192"/>
                </a:cubicBezTo>
                <a:cubicBezTo>
                  <a:pt x="7255601" y="3223769"/>
                  <a:pt x="7285029" y="3250265"/>
                  <a:pt x="7157547" y="3238559"/>
                </a:cubicBezTo>
                <a:cubicBezTo>
                  <a:pt x="7101811" y="3284865"/>
                  <a:pt x="7004597" y="3261794"/>
                  <a:pt x="6937241" y="3273268"/>
                </a:cubicBezTo>
                <a:cubicBezTo>
                  <a:pt x="6859816" y="3283316"/>
                  <a:pt x="6770809" y="3294204"/>
                  <a:pt x="6692993" y="3298845"/>
                </a:cubicBezTo>
                <a:cubicBezTo>
                  <a:pt x="6631360" y="3277980"/>
                  <a:pt x="6546821" y="3329199"/>
                  <a:pt x="6470348" y="3301118"/>
                </a:cubicBezTo>
                <a:cubicBezTo>
                  <a:pt x="6442211" y="3294355"/>
                  <a:pt x="6355089" y="3295209"/>
                  <a:pt x="6338595" y="3308643"/>
                </a:cubicBezTo>
                <a:cubicBezTo>
                  <a:pt x="6320427" y="3311557"/>
                  <a:pt x="6299238" y="3306799"/>
                  <a:pt x="6290841" y="3321185"/>
                </a:cubicBezTo>
                <a:cubicBezTo>
                  <a:pt x="6276968" y="3338498"/>
                  <a:pt x="6213589" y="3311765"/>
                  <a:pt x="6222611" y="3332190"/>
                </a:cubicBezTo>
                <a:cubicBezTo>
                  <a:pt x="6177609" y="3313871"/>
                  <a:pt x="6141812" y="3350141"/>
                  <a:pt x="6103974" y="3359104"/>
                </a:cubicBezTo>
                <a:cubicBezTo>
                  <a:pt x="6068529" y="3340930"/>
                  <a:pt x="6034349" y="3365323"/>
                  <a:pt x="5951751" y="3369893"/>
                </a:cubicBezTo>
                <a:cubicBezTo>
                  <a:pt x="5912772" y="3348876"/>
                  <a:pt x="5885870" y="3385599"/>
                  <a:pt x="5813362" y="3357730"/>
                </a:cubicBezTo>
                <a:cubicBezTo>
                  <a:pt x="5774866" y="3357562"/>
                  <a:pt x="5786933" y="3357443"/>
                  <a:pt x="5720775" y="3352890"/>
                </a:cubicBezTo>
                <a:cubicBezTo>
                  <a:pt x="5619828" y="3348000"/>
                  <a:pt x="5589238" y="3356166"/>
                  <a:pt x="5496239" y="3350411"/>
                </a:cubicBezTo>
                <a:cubicBezTo>
                  <a:pt x="5391898" y="3348356"/>
                  <a:pt x="5389660" y="3372469"/>
                  <a:pt x="5253234" y="3338147"/>
                </a:cubicBezTo>
                <a:cubicBezTo>
                  <a:pt x="5242496" y="3354508"/>
                  <a:pt x="5226272" y="3355753"/>
                  <a:pt x="5197143" y="3348937"/>
                </a:cubicBezTo>
                <a:cubicBezTo>
                  <a:pt x="5146679" y="3349130"/>
                  <a:pt x="5158614" y="3389131"/>
                  <a:pt x="5103055" y="3366515"/>
                </a:cubicBezTo>
                <a:cubicBezTo>
                  <a:pt x="5116481" y="3387794"/>
                  <a:pt x="5009512" y="3377760"/>
                  <a:pt x="5037223" y="3399463"/>
                </a:cubicBezTo>
                <a:cubicBezTo>
                  <a:pt x="5008477" y="3420094"/>
                  <a:pt x="4985798" y="3388256"/>
                  <a:pt x="4956772" y="3406312"/>
                </a:cubicBezTo>
                <a:cubicBezTo>
                  <a:pt x="4925249" y="3406056"/>
                  <a:pt x="4887384" y="3394901"/>
                  <a:pt x="4848099" y="3397926"/>
                </a:cubicBezTo>
                <a:cubicBezTo>
                  <a:pt x="4794214" y="3387476"/>
                  <a:pt x="4788879" y="3410487"/>
                  <a:pt x="4721047" y="3424464"/>
                </a:cubicBezTo>
                <a:cubicBezTo>
                  <a:pt x="4689058" y="3412969"/>
                  <a:pt x="4666768" y="3420063"/>
                  <a:pt x="4646270" y="3433154"/>
                </a:cubicBezTo>
                <a:cubicBezTo>
                  <a:pt x="4577277" y="3432601"/>
                  <a:pt x="4518857" y="3453569"/>
                  <a:pt x="4443643" y="3464075"/>
                </a:cubicBezTo>
                <a:cubicBezTo>
                  <a:pt x="4361028" y="3483394"/>
                  <a:pt x="4406548" y="3479019"/>
                  <a:pt x="4355784" y="3493545"/>
                </a:cubicBezTo>
                <a:lnTo>
                  <a:pt x="4210879" y="3514212"/>
                </a:lnTo>
                <a:lnTo>
                  <a:pt x="4107410" y="3525304"/>
                </a:lnTo>
                <a:lnTo>
                  <a:pt x="4078085" y="3547095"/>
                </a:lnTo>
                <a:lnTo>
                  <a:pt x="4077665" y="3547500"/>
                </a:lnTo>
                <a:lnTo>
                  <a:pt x="4014783" y="3550510"/>
                </a:lnTo>
                <a:cubicBezTo>
                  <a:pt x="3981341" y="3554957"/>
                  <a:pt x="3914964" y="3568533"/>
                  <a:pt x="3877006" y="3574175"/>
                </a:cubicBezTo>
                <a:cubicBezTo>
                  <a:pt x="3842559" y="3570074"/>
                  <a:pt x="3821366" y="3551815"/>
                  <a:pt x="3833600" y="3580368"/>
                </a:cubicBezTo>
                <a:cubicBezTo>
                  <a:pt x="3822285" y="3579831"/>
                  <a:pt x="3815372" y="3582151"/>
                  <a:pt x="3810470" y="3585866"/>
                </a:cubicBezTo>
                <a:lnTo>
                  <a:pt x="3775797" y="3571623"/>
                </a:lnTo>
                <a:lnTo>
                  <a:pt x="3732435" y="3577800"/>
                </a:lnTo>
                <a:lnTo>
                  <a:pt x="3722337" y="3579797"/>
                </a:lnTo>
                <a:lnTo>
                  <a:pt x="3646487" y="3565931"/>
                </a:lnTo>
                <a:lnTo>
                  <a:pt x="3639092" y="3560366"/>
                </a:lnTo>
                <a:cubicBezTo>
                  <a:pt x="3631159" y="3556940"/>
                  <a:pt x="3619869" y="3555355"/>
                  <a:pt x="3601057" y="3557947"/>
                </a:cubicBezTo>
                <a:lnTo>
                  <a:pt x="3596731" y="3559424"/>
                </a:lnTo>
                <a:lnTo>
                  <a:pt x="3565211" y="3550905"/>
                </a:lnTo>
                <a:cubicBezTo>
                  <a:pt x="3555038" y="3547029"/>
                  <a:pt x="3446194" y="3542149"/>
                  <a:pt x="3438818" y="3535884"/>
                </a:cubicBezTo>
                <a:cubicBezTo>
                  <a:pt x="3319631" y="3551394"/>
                  <a:pt x="3311426" y="3523871"/>
                  <a:pt x="3195787" y="3528000"/>
                </a:cubicBezTo>
                <a:cubicBezTo>
                  <a:pt x="3095636" y="3486061"/>
                  <a:pt x="3032466" y="3511605"/>
                  <a:pt x="2942689" y="3505496"/>
                </a:cubicBezTo>
                <a:cubicBezTo>
                  <a:pt x="2857180" y="3501198"/>
                  <a:pt x="2817588" y="3514769"/>
                  <a:pt x="2702702" y="3514208"/>
                </a:cubicBezTo>
                <a:cubicBezTo>
                  <a:pt x="2580976" y="3505062"/>
                  <a:pt x="2403597" y="3509922"/>
                  <a:pt x="2266673" y="3490122"/>
                </a:cubicBezTo>
                <a:cubicBezTo>
                  <a:pt x="2159091" y="3483748"/>
                  <a:pt x="2158719" y="3488460"/>
                  <a:pt x="2117084" y="3487966"/>
                </a:cubicBezTo>
                <a:cubicBezTo>
                  <a:pt x="2103238" y="3490683"/>
                  <a:pt x="2030113" y="3482739"/>
                  <a:pt x="2016859" y="3487150"/>
                </a:cubicBezTo>
                <a:lnTo>
                  <a:pt x="2009912" y="3489437"/>
                </a:lnTo>
                <a:lnTo>
                  <a:pt x="1981919" y="3490787"/>
                </a:lnTo>
                <a:lnTo>
                  <a:pt x="1974255" y="3500921"/>
                </a:lnTo>
                <a:lnTo>
                  <a:pt x="1880702" y="3509706"/>
                </a:lnTo>
                <a:cubicBezTo>
                  <a:pt x="1818507" y="3485036"/>
                  <a:pt x="1765403" y="3514467"/>
                  <a:pt x="1655539" y="3513685"/>
                </a:cubicBezTo>
                <a:cubicBezTo>
                  <a:pt x="1626425" y="3505164"/>
                  <a:pt x="1510560" y="3484421"/>
                  <a:pt x="1488909" y="3496703"/>
                </a:cubicBezTo>
                <a:cubicBezTo>
                  <a:pt x="1468188" y="3498430"/>
                  <a:pt x="1446170" y="3492347"/>
                  <a:pt x="1433160" y="3506093"/>
                </a:cubicBezTo>
                <a:cubicBezTo>
                  <a:pt x="1413367" y="3522393"/>
                  <a:pt x="1350799" y="3491785"/>
                  <a:pt x="1355329" y="3512642"/>
                </a:cubicBezTo>
                <a:cubicBezTo>
                  <a:pt x="1300675" y="3512841"/>
                  <a:pt x="1181263" y="3507431"/>
                  <a:pt x="1105234" y="3507283"/>
                </a:cubicBezTo>
                <a:cubicBezTo>
                  <a:pt x="1067959" y="3483915"/>
                  <a:pt x="958140" y="3516071"/>
                  <a:pt x="899152" y="3511753"/>
                </a:cubicBezTo>
                <a:cubicBezTo>
                  <a:pt x="847367" y="3513355"/>
                  <a:pt x="842424" y="3525551"/>
                  <a:pt x="781223" y="3520899"/>
                </a:cubicBezTo>
                <a:cubicBezTo>
                  <a:pt x="672113" y="3516943"/>
                  <a:pt x="632573" y="3507522"/>
                  <a:pt x="531952" y="3495843"/>
                </a:cubicBezTo>
                <a:cubicBezTo>
                  <a:pt x="417900" y="3487112"/>
                  <a:pt x="416636" y="3499212"/>
                  <a:pt x="289151" y="3484386"/>
                </a:cubicBezTo>
                <a:cubicBezTo>
                  <a:pt x="259746" y="3479943"/>
                  <a:pt x="188372" y="3480136"/>
                  <a:pt x="158179" y="3471499"/>
                </a:cubicBezTo>
                <a:cubicBezTo>
                  <a:pt x="137066" y="3473876"/>
                  <a:pt x="83165" y="3476495"/>
                  <a:pt x="28728" y="3479386"/>
                </a:cubicBezTo>
                <a:lnTo>
                  <a:pt x="0" y="348105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5263A0F-72C2-FBC8-0A72-2BD4CEA1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696" y="1891117"/>
            <a:ext cx="8258608" cy="16123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Köszön</a:t>
            </a:r>
            <a:r>
              <a:rPr lang="hu-HU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jük</a:t>
            </a:r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figyelmet</a:t>
            </a:r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!</a:t>
            </a:r>
            <a:b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099F2679-BBAB-4AFA-A29E-42740114D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1185614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1768A41-8670-789D-AA4E-498F10EB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02FF2AA-B0B2-4F6D-BCD1-ED89749CA0E8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r>
              <a:rPr lang="hu-HU" sz="1000">
                <a:solidFill>
                  <a:srgbClr val="767676"/>
                </a:solidFill>
              </a:rPr>
              <a:t>/8</a:t>
            </a:r>
            <a:endParaRPr 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864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6E17E2DCF55AD844A77A804AA889A805" ma:contentTypeVersion="1" ma:contentTypeDescription="Új dokumentum létrehozása." ma:contentTypeScope="" ma:versionID="f60c1769f05c6000550c0b0677bed782">
  <xsd:schema xmlns:xsd="http://www.w3.org/2001/XMLSchema" xmlns:xs="http://www.w3.org/2001/XMLSchema" xmlns:p="http://schemas.microsoft.com/office/2006/metadata/properties" xmlns:ns3="55e3a1d4-1e16-486d-b50d-3652412cac14" targetNamespace="http://schemas.microsoft.com/office/2006/metadata/properties" ma:root="true" ma:fieldsID="a9d7a2d37415e241fd4e62718a7bd4be" ns3:_="">
    <xsd:import namespace="55e3a1d4-1e16-486d-b50d-3652412cac1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3a1d4-1e16-486d-b50d-3652412cac1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B132C7-1AA9-4F27-84FE-8DF6BC01EE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3a1d4-1e16-486d-b50d-3652412cac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E0338E-C55C-4439-B979-B830757A83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8FCE3-C5FE-460C-9AB3-C4F411E688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55e3a1d4-1e16-486d-b50d-3652412cac14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238</Words>
  <Application>Microsoft Office PowerPoint</Application>
  <PresentationFormat>Szélesvásznú</PresentationFormat>
  <Paragraphs>51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Foodgo - Foodora/Wolt-szerű ételrendelő webalkalmazás  </vt:lpstr>
      <vt:lpstr>Tartalom</vt:lpstr>
      <vt:lpstr>Motíváció és cél</vt:lpstr>
      <vt:lpstr>A rendszer felépítése</vt:lpstr>
      <vt:lpstr>Fő funkciók</vt:lpstr>
      <vt:lpstr>Adatbázis, admin, tesztelés</vt:lpstr>
      <vt:lpstr>Csapatmunka és összegzés</vt:lpstr>
      <vt:lpstr>Köszönjük a figyelmet!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Hajzer Bence;Czeglédi Máté</dc:creator>
  <cp:lastModifiedBy>O365 felhasználó</cp:lastModifiedBy>
  <cp:revision>87</cp:revision>
  <dcterms:created xsi:type="dcterms:W3CDTF">2026-05-03T15:28:14Z</dcterms:created>
  <dcterms:modified xsi:type="dcterms:W3CDTF">2026-05-04T14:42:47Z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0x0101006E17E2DCF55AD844A77A804AA889A805</vt:lpwstr>
  </property>
</Properties>
</file>